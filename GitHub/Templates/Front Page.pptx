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slideLayouts/slideLayout13.xml" ContentType="application/vnd.openxmlformats-officedocument.presentationml.slideLayout+xml"/>
  <Override PartName="/ppt/theme/theme13.xml" ContentType="application/vnd.openxmlformats-officedocument.theme+xml"/>
  <Override PartName="/ppt/slideLayouts/slideLayout14.xml" ContentType="application/vnd.openxmlformats-officedocument.presentationml.slideLayout+xml"/>
  <Override PartName="/ppt/theme/theme14.xml" ContentType="application/vnd.openxmlformats-officedocument.theme+xml"/>
  <Override PartName="/ppt/slideLayouts/slideLayout15.xml" ContentType="application/vnd.openxmlformats-officedocument.presentationml.slideLayout+xml"/>
  <Override PartName="/ppt/theme/theme15.xml" ContentType="application/vnd.openxmlformats-officedocument.theme+xml"/>
  <Override PartName="/ppt/slideLayouts/slideLayout16.xml" ContentType="application/vnd.openxmlformats-officedocument.presentationml.slideLayout+xml"/>
  <Override PartName="/ppt/theme/theme16.xml" ContentType="application/vnd.openxmlformats-officedocument.theme+xml"/>
  <Override PartName="/ppt/slideLayouts/slideLayout17.xml" ContentType="application/vnd.openxmlformats-officedocument.presentationml.slideLayout+xml"/>
  <Override PartName="/ppt/theme/theme17.xml" ContentType="application/vnd.openxmlformats-officedocument.theme+xml"/>
  <Override PartName="/ppt/slideLayouts/slideLayout18.xml" ContentType="application/vnd.openxmlformats-officedocument.presentationml.slideLayout+xml"/>
  <Override PartName="/ppt/theme/theme18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876" r:id="rId2"/>
    <p:sldMasterId id="2147483888" r:id="rId3"/>
    <p:sldMasterId id="2147483900" r:id="rId4"/>
    <p:sldMasterId id="2147483912" r:id="rId5"/>
    <p:sldMasterId id="2147483924" r:id="rId6"/>
    <p:sldMasterId id="2147485130" r:id="rId7"/>
    <p:sldMasterId id="2147485074" r:id="rId8"/>
    <p:sldMasterId id="2147483936" r:id="rId9"/>
    <p:sldMasterId id="2147483948" r:id="rId10"/>
    <p:sldMasterId id="2147483960" r:id="rId11"/>
    <p:sldMasterId id="2147483972" r:id="rId12"/>
    <p:sldMasterId id="2147483984" r:id="rId13"/>
    <p:sldMasterId id="2147483996" r:id="rId14"/>
    <p:sldMasterId id="2147484008" r:id="rId15"/>
    <p:sldMasterId id="2147484020" r:id="rId16"/>
    <p:sldMasterId id="2147484032" r:id="rId17"/>
    <p:sldMasterId id="2147484044" r:id="rId18"/>
    <p:sldMasterId id="2147483661" r:id="rId19"/>
  </p:sldMasterIdLst>
  <p:notesMasterIdLst>
    <p:notesMasterId r:id="rId21"/>
  </p:notesMasterIdLst>
  <p:handoutMasterIdLst>
    <p:handoutMasterId r:id="rId22"/>
  </p:handoutMasterIdLst>
  <p:sldIdLst>
    <p:sldId id="307" r:id="rId20"/>
  </p:sldIdLst>
  <p:sldSz cx="15124113" cy="10688638"/>
  <p:notesSz cx="9296400" cy="7010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6">
          <p15:clr>
            <a:srgbClr val="A4A3A4"/>
          </p15:clr>
        </p15:guide>
        <p15:guide id="2" pos="476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99FF"/>
    <a:srgbClr val="00B0F0"/>
    <a:srgbClr val="EA59F9"/>
    <a:srgbClr val="FFC000"/>
    <a:srgbClr val="92D050"/>
    <a:srgbClr val="FFFF00"/>
    <a:srgbClr val="CFA180"/>
    <a:srgbClr val="FF0000"/>
    <a:srgbClr val="CC6600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8E66EA-DC89-4051-9387-2CB87738E166}" v="77" dt="2025-11-10T03:20:21.425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426" autoAdjust="0"/>
    <p:restoredTop sz="92848" autoAdjust="0"/>
  </p:normalViewPr>
  <p:slideViewPr>
    <p:cSldViewPr snapToGrid="0">
      <p:cViewPr>
        <p:scale>
          <a:sx n="66" d="100"/>
          <a:sy n="66" d="100"/>
        </p:scale>
        <p:origin x="-400" y="32"/>
      </p:cViewPr>
      <p:guideLst>
        <p:guide orient="horz" pos="3366"/>
        <p:guide pos="47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5" d="100"/>
          <a:sy n="105" d="100"/>
        </p:scale>
        <p:origin x="73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Hakimi" userId="e7fbab97f260bdd4" providerId="LiveId" clId="{6EEE7DE7-20B1-41D2-9CC6-01A6840F2D21}"/>
    <pc:docChg chg="undo redo custSel addSld delSld modSld">
      <pc:chgData name="Muhammad Hakimi" userId="e7fbab97f260bdd4" providerId="LiveId" clId="{6EEE7DE7-20B1-41D2-9CC6-01A6840F2D21}" dt="2025-11-10T05:23:54.362" v="818" actId="14429"/>
      <pc:docMkLst>
        <pc:docMk/>
      </pc:docMkLst>
      <pc:sldChg chg="addSp delSp modSp mod">
        <pc:chgData name="Muhammad Hakimi" userId="e7fbab97f260bdd4" providerId="LiveId" clId="{6EEE7DE7-20B1-41D2-9CC6-01A6840F2D21}" dt="2025-11-10T05:23:54.362" v="818" actId="14429"/>
        <pc:sldMkLst>
          <pc:docMk/>
          <pc:sldMk cId="0" sldId="307"/>
        </pc:sldMkLst>
        <pc:spChg chg="add mod">
          <ac:chgData name="Muhammad Hakimi" userId="e7fbab97f260bdd4" providerId="LiveId" clId="{6EEE7DE7-20B1-41D2-9CC6-01A6840F2D21}" dt="2025-11-10T03:20:11.190" v="815" actId="962"/>
          <ac:spMkLst>
            <pc:docMk/>
            <pc:sldMk cId="0" sldId="307"/>
            <ac:spMk id="2" creationId="{CF745C4F-037C-AE28-13F3-128B52EDC743}"/>
          </ac:spMkLst>
        </pc:spChg>
        <pc:spChg chg="add mod">
          <ac:chgData name="Muhammad Hakimi" userId="e7fbab97f260bdd4" providerId="LiveId" clId="{6EEE7DE7-20B1-41D2-9CC6-01A6840F2D21}" dt="2025-11-10T03:20:21.425" v="816" actId="962"/>
          <ac:spMkLst>
            <pc:docMk/>
            <pc:sldMk cId="0" sldId="307"/>
            <ac:spMk id="5" creationId="{19B7F133-F85A-28C5-731D-19622E195DA9}"/>
          </ac:spMkLst>
        </pc:spChg>
        <pc:spChg chg="add mod topLvl modVis">
          <ac:chgData name="Muhammad Hakimi" userId="e7fbab97f260bdd4" providerId="LiveId" clId="{6EEE7DE7-20B1-41D2-9CC6-01A6840F2D21}" dt="2025-11-10T05:23:54.362" v="818" actId="14429"/>
          <ac:spMkLst>
            <pc:docMk/>
            <pc:sldMk cId="0" sldId="307"/>
            <ac:spMk id="14" creationId="{B6FAB0F6-DDD4-6306-25E5-FCD206F3EDA6}"/>
          </ac:spMkLst>
        </pc:spChg>
        <pc:spChg chg="add del mod">
          <ac:chgData name="Muhammad Hakimi" userId="e7fbab97f260bdd4" providerId="LiveId" clId="{6EEE7DE7-20B1-41D2-9CC6-01A6840F2D21}" dt="2025-10-30T03:24:19.802" v="156" actId="1038"/>
          <ac:spMkLst>
            <pc:docMk/>
            <pc:sldMk cId="0" sldId="307"/>
            <ac:spMk id="16" creationId="{C24582C6-EFEC-9237-2DF1-C79160CBEA36}"/>
          </ac:spMkLst>
        </pc:spChg>
        <pc:spChg chg="add del mod">
          <ac:chgData name="Muhammad Hakimi" userId="e7fbab97f260bdd4" providerId="LiveId" clId="{6EEE7DE7-20B1-41D2-9CC6-01A6840F2D21}" dt="2025-10-30T05:29:33.055" v="489" actId="21"/>
          <ac:spMkLst>
            <pc:docMk/>
            <pc:sldMk cId="0" sldId="307"/>
            <ac:spMk id="18" creationId="{DEFE386D-AABE-2DE4-3D10-D418E29A3F4C}"/>
          </ac:spMkLst>
        </pc:spChg>
        <pc:spChg chg="add mod">
          <ac:chgData name="Muhammad Hakimi" userId="e7fbab97f260bdd4" providerId="LiveId" clId="{6EEE7DE7-20B1-41D2-9CC6-01A6840F2D21}" dt="2025-10-30T03:24:57.645" v="168" actId="1076"/>
          <ac:spMkLst>
            <pc:docMk/>
            <pc:sldMk cId="0" sldId="307"/>
            <ac:spMk id="19" creationId="{0A335B07-2CB2-81FE-A79C-F5C6F6E244EE}"/>
          </ac:spMkLst>
        </pc:spChg>
        <pc:spChg chg="add del mod">
          <ac:chgData name="Muhammad Hakimi" userId="e7fbab97f260bdd4" providerId="LiveId" clId="{6EEE7DE7-20B1-41D2-9CC6-01A6840F2D21}" dt="2025-10-30T05:29:32.867" v="488" actId="21"/>
          <ac:spMkLst>
            <pc:docMk/>
            <pc:sldMk cId="0" sldId="307"/>
            <ac:spMk id="22" creationId="{8748FCCF-6F29-DDD3-56B7-8BBBEDE9AFFA}"/>
          </ac:spMkLst>
        </pc:spChg>
        <pc:spChg chg="add del mod modVis">
          <ac:chgData name="Muhammad Hakimi" userId="e7fbab97f260bdd4" providerId="LiveId" clId="{6EEE7DE7-20B1-41D2-9CC6-01A6840F2D21}" dt="2025-11-03T05:49:02.111" v="531" actId="33935"/>
          <ac:spMkLst>
            <pc:docMk/>
            <pc:sldMk cId="0" sldId="307"/>
            <ac:spMk id="23" creationId="{31FE7DD1-9718-64EB-729E-F88BA61CBE40}"/>
          </ac:spMkLst>
        </pc:spChg>
        <pc:spChg chg="add del mod topLvl modVis">
          <ac:chgData name="Muhammad Hakimi" userId="e7fbab97f260bdd4" providerId="LiveId" clId="{6EEE7DE7-20B1-41D2-9CC6-01A6840F2D21}" dt="2025-11-10T02:51:28.392" v="724" actId="692"/>
          <ac:spMkLst>
            <pc:docMk/>
            <pc:sldMk cId="0" sldId="307"/>
            <ac:spMk id="24" creationId="{631DB54A-4A7D-BD4F-733C-EDA35D66BCF4}"/>
          </ac:spMkLst>
        </pc:spChg>
        <pc:spChg chg="add mod topLvl modVis">
          <ac:chgData name="Muhammad Hakimi" userId="e7fbab97f260bdd4" providerId="LiveId" clId="{6EEE7DE7-20B1-41D2-9CC6-01A6840F2D21}" dt="2025-11-03T05:50:48.922" v="538" actId="962"/>
          <ac:spMkLst>
            <pc:docMk/>
            <pc:sldMk cId="0" sldId="307"/>
            <ac:spMk id="26" creationId="{AAEE5C37-7C81-C3BD-59F5-D3652F9B66B4}"/>
          </ac:spMkLst>
        </pc:spChg>
        <pc:spChg chg="add mod topLvl modVis">
          <ac:chgData name="Muhammad Hakimi" userId="e7fbab97f260bdd4" providerId="LiveId" clId="{6EEE7DE7-20B1-41D2-9CC6-01A6840F2D21}" dt="2025-11-03T05:51:15.408" v="541" actId="962"/>
          <ac:spMkLst>
            <pc:docMk/>
            <pc:sldMk cId="0" sldId="307"/>
            <ac:spMk id="28" creationId="{14B8F583-C3A4-A00F-42ED-0C29C547630C}"/>
          </ac:spMkLst>
        </pc:spChg>
        <pc:spChg chg="add mod topLvl">
          <ac:chgData name="Muhammad Hakimi" userId="e7fbab97f260bdd4" providerId="LiveId" clId="{6EEE7DE7-20B1-41D2-9CC6-01A6840F2D21}" dt="2025-11-10T02:52:27.676" v="750" actId="692"/>
          <ac:spMkLst>
            <pc:docMk/>
            <pc:sldMk cId="0" sldId="307"/>
            <ac:spMk id="29" creationId="{67BBE491-91CA-A77F-FAAB-9FD8DEE13C99}"/>
          </ac:spMkLst>
        </pc:spChg>
        <pc:spChg chg="add mod topLvl">
          <ac:chgData name="Muhammad Hakimi" userId="e7fbab97f260bdd4" providerId="LiveId" clId="{6EEE7DE7-20B1-41D2-9CC6-01A6840F2D21}" dt="2025-11-10T02:52:31.688" v="754" actId="692"/>
          <ac:spMkLst>
            <pc:docMk/>
            <pc:sldMk cId="0" sldId="307"/>
            <ac:spMk id="30" creationId="{3B98DE00-F11D-7EE5-8264-2C05F1AA0D04}"/>
          </ac:spMkLst>
        </pc:spChg>
        <pc:spChg chg="add del mod">
          <ac:chgData name="Muhammad Hakimi" userId="e7fbab97f260bdd4" providerId="LiveId" clId="{6EEE7DE7-20B1-41D2-9CC6-01A6840F2D21}" dt="2025-11-10T02:51:42.316" v="730" actId="692"/>
          <ac:spMkLst>
            <pc:docMk/>
            <pc:sldMk cId="0" sldId="307"/>
            <ac:spMk id="36" creationId="{2A1ECE48-FFC4-FFE0-3D92-F81D33080AB8}"/>
          </ac:spMkLst>
        </pc:spChg>
        <pc:spChg chg="add del mod">
          <ac:chgData name="Muhammad Hakimi" userId="e7fbab97f260bdd4" providerId="LiveId" clId="{6EEE7DE7-20B1-41D2-9CC6-01A6840F2D21}" dt="2025-11-03T05:53:58.142" v="542" actId="962"/>
          <ac:spMkLst>
            <pc:docMk/>
            <pc:sldMk cId="0" sldId="307"/>
            <ac:spMk id="37" creationId="{16B65DD2-D685-AB11-DA93-5B968AE577C5}"/>
          </ac:spMkLst>
        </pc:spChg>
        <pc:spChg chg="add mod modVis">
          <ac:chgData name="Muhammad Hakimi" userId="e7fbab97f260bdd4" providerId="LiveId" clId="{6EEE7DE7-20B1-41D2-9CC6-01A6840F2D21}" dt="2025-11-10T02:56:13.033" v="779" actId="962"/>
          <ac:spMkLst>
            <pc:docMk/>
            <pc:sldMk cId="0" sldId="307"/>
            <ac:spMk id="38" creationId="{66D2418C-C451-D590-9A47-DD320FA5A311}"/>
          </ac:spMkLst>
        </pc:spChg>
        <pc:spChg chg="add del mod">
          <ac:chgData name="Muhammad Hakimi" userId="e7fbab97f260bdd4" providerId="LiveId" clId="{6EEE7DE7-20B1-41D2-9CC6-01A6840F2D21}" dt="2025-11-10T02:52:50.503" v="758" actId="692"/>
          <ac:spMkLst>
            <pc:docMk/>
            <pc:sldMk cId="0" sldId="307"/>
            <ac:spMk id="39" creationId="{A052A1E1-184B-8981-68AF-E5DC88E24528}"/>
          </ac:spMkLst>
        </pc:spChg>
        <pc:spChg chg="add del mod modVis">
          <ac:chgData name="Muhammad Hakimi" userId="e7fbab97f260bdd4" providerId="LiveId" clId="{6EEE7DE7-20B1-41D2-9CC6-01A6840F2D21}" dt="2025-11-10T02:52:55.222" v="762" actId="692"/>
          <ac:spMkLst>
            <pc:docMk/>
            <pc:sldMk cId="0" sldId="307"/>
            <ac:spMk id="40" creationId="{1BF6FBAF-1BFD-B7EF-CA1A-A4B9CCA47FF8}"/>
          </ac:spMkLst>
        </pc:spChg>
        <pc:spChg chg="add mod">
          <ac:chgData name="Muhammad Hakimi" userId="e7fbab97f260bdd4" providerId="LiveId" clId="{6EEE7DE7-20B1-41D2-9CC6-01A6840F2D21}" dt="2025-11-10T02:51:47.223" v="734" actId="692"/>
          <ac:spMkLst>
            <pc:docMk/>
            <pc:sldMk cId="0" sldId="307"/>
            <ac:spMk id="44" creationId="{6F26A512-28C2-58F4-A2B4-0263A5DD22A3}"/>
          </ac:spMkLst>
        </pc:spChg>
        <pc:spChg chg="add del mod">
          <ac:chgData name="Muhammad Hakimi" userId="e7fbab97f260bdd4" providerId="LiveId" clId="{6EEE7DE7-20B1-41D2-9CC6-01A6840F2D21}" dt="2025-11-10T02:59:54.302" v="780" actId="962"/>
          <ac:spMkLst>
            <pc:docMk/>
            <pc:sldMk cId="0" sldId="307"/>
            <ac:spMk id="45" creationId="{3E7C9045-463F-BD72-A6BF-512EE1EDAF42}"/>
          </ac:spMkLst>
        </pc:spChg>
        <pc:spChg chg="add del mod">
          <ac:chgData name="Muhammad Hakimi" userId="e7fbab97f260bdd4" providerId="LiveId" clId="{6EEE7DE7-20B1-41D2-9CC6-01A6840F2D21}" dt="2025-11-10T03:00:17.098" v="781" actId="962"/>
          <ac:spMkLst>
            <pc:docMk/>
            <pc:sldMk cId="0" sldId="307"/>
            <ac:spMk id="46" creationId="{5F3FD8D6-3D08-79A7-DE73-59303B77432C}"/>
          </ac:spMkLst>
        </pc:spChg>
        <pc:spChg chg="add mod modVis">
          <ac:chgData name="Muhammad Hakimi" userId="e7fbab97f260bdd4" providerId="LiveId" clId="{6EEE7DE7-20B1-41D2-9CC6-01A6840F2D21}" dt="2025-11-10T02:54:26.550" v="766" actId="692"/>
          <ac:spMkLst>
            <pc:docMk/>
            <pc:sldMk cId="0" sldId="307"/>
            <ac:spMk id="47" creationId="{50D99D8B-9396-6646-D8FC-4E3DE7AE0663}"/>
          </ac:spMkLst>
        </pc:spChg>
        <pc:spChg chg="add mod">
          <ac:chgData name="Muhammad Hakimi" userId="e7fbab97f260bdd4" providerId="LiveId" clId="{6EEE7DE7-20B1-41D2-9CC6-01A6840F2D21}" dt="2025-11-10T02:54:31.253" v="770" actId="692"/>
          <ac:spMkLst>
            <pc:docMk/>
            <pc:sldMk cId="0" sldId="307"/>
            <ac:spMk id="48" creationId="{AA0E7A02-B9E4-B348-76B0-CBFB5D2E6F51}"/>
          </ac:spMkLst>
        </pc:spChg>
        <pc:spChg chg="mod modVis">
          <ac:chgData name="Muhammad Hakimi" userId="e7fbab97f260bdd4" providerId="LiveId" clId="{6EEE7DE7-20B1-41D2-9CC6-01A6840F2D21}" dt="2025-11-03T05:49:06.251" v="533" actId="14429"/>
          <ac:spMkLst>
            <pc:docMk/>
            <pc:sldMk cId="0" sldId="307"/>
            <ac:spMk id="28674" creationId="{F8F6DF9B-FD5B-43CF-BB72-9F503B7ACC70}"/>
          </ac:spMkLst>
        </pc:spChg>
        <pc:spChg chg="mod modVis">
          <ac:chgData name="Muhammad Hakimi" userId="e7fbab97f260bdd4" providerId="LiveId" clId="{6EEE7DE7-20B1-41D2-9CC6-01A6840F2D21}" dt="2025-11-03T05:49:02.111" v="531" actId="33935"/>
          <ac:spMkLst>
            <pc:docMk/>
            <pc:sldMk cId="0" sldId="307"/>
            <ac:spMk id="28677" creationId="{E17C7497-916C-49CE-BC3F-1BCC8F50FDA3}"/>
          </ac:spMkLst>
        </pc:spChg>
        <pc:spChg chg="mod">
          <ac:chgData name="Muhammad Hakimi" userId="e7fbab97f260bdd4" providerId="LiveId" clId="{6EEE7DE7-20B1-41D2-9CC6-01A6840F2D21}" dt="2025-10-30T05:18:16.628" v="396" actId="34135"/>
          <ac:spMkLst>
            <pc:docMk/>
            <pc:sldMk cId="0" sldId="307"/>
            <ac:spMk id="28679" creationId="{B2B20C24-3242-4653-9689-FB142AE2C245}"/>
          </ac:spMkLst>
        </pc:spChg>
        <pc:spChg chg="add del mod topLvl">
          <ac:chgData name="Muhammad Hakimi" userId="e7fbab97f260bdd4" providerId="LiveId" clId="{6EEE7DE7-20B1-41D2-9CC6-01A6840F2D21}" dt="2025-11-10T02:51:52.113" v="738" actId="692"/>
          <ac:spMkLst>
            <pc:docMk/>
            <pc:sldMk cId="0" sldId="307"/>
            <ac:spMk id="28687" creationId="{53AFE115-A63D-F161-F015-ECD3E170D429}"/>
          </ac:spMkLst>
        </pc:spChg>
        <pc:spChg chg="add del mod topLvl">
          <ac:chgData name="Muhammad Hakimi" userId="e7fbab97f260bdd4" providerId="LiveId" clId="{6EEE7DE7-20B1-41D2-9CC6-01A6840F2D21}" dt="2025-11-10T03:01:13.411" v="782" actId="962"/>
          <ac:spMkLst>
            <pc:docMk/>
            <pc:sldMk cId="0" sldId="307"/>
            <ac:spMk id="28688" creationId="{014AB2FB-67DF-F390-9465-AC7C937D290B}"/>
          </ac:spMkLst>
        </pc:spChg>
        <pc:spChg chg="add mod topLvl modVis">
          <ac:chgData name="Muhammad Hakimi" userId="e7fbab97f260bdd4" providerId="LiveId" clId="{6EEE7DE7-20B1-41D2-9CC6-01A6840F2D21}" dt="2025-11-10T03:01:24.964" v="783" actId="962"/>
          <ac:spMkLst>
            <pc:docMk/>
            <pc:sldMk cId="0" sldId="307"/>
            <ac:spMk id="28689" creationId="{086F6B82-F40B-A1AB-3065-06CAF50D5273}"/>
          </ac:spMkLst>
        </pc:spChg>
        <pc:spChg chg="mod topLvl">
          <ac:chgData name="Muhammad Hakimi" userId="e7fbab97f260bdd4" providerId="LiveId" clId="{6EEE7DE7-20B1-41D2-9CC6-01A6840F2D21}" dt="2025-11-10T02:54:38.769" v="774" actId="692"/>
          <ac:spMkLst>
            <pc:docMk/>
            <pc:sldMk cId="0" sldId="307"/>
            <ac:spMk id="28690" creationId="{0BC2F33D-3198-78C6-77B6-5AED4B4F4429}"/>
          </ac:spMkLst>
        </pc:spChg>
        <pc:spChg chg="add del mod topLvl">
          <ac:chgData name="Muhammad Hakimi" userId="e7fbab97f260bdd4" providerId="LiveId" clId="{6EEE7DE7-20B1-41D2-9CC6-01A6840F2D21}" dt="2025-11-10T02:54:44.613" v="778" actId="692"/>
          <ac:spMkLst>
            <pc:docMk/>
            <pc:sldMk cId="0" sldId="307"/>
            <ac:spMk id="28691" creationId="{78295DEF-D2E9-F1B4-554C-88E30321FFB8}"/>
          </ac:spMkLst>
        </pc:spChg>
        <pc:spChg chg="add del mod topLvl modVis">
          <ac:chgData name="Muhammad Hakimi" userId="e7fbab97f260bdd4" providerId="LiveId" clId="{6EEE7DE7-20B1-41D2-9CC6-01A6840F2D21}" dt="2025-11-10T02:52:02.800" v="742" actId="692"/>
          <ac:spMkLst>
            <pc:docMk/>
            <pc:sldMk cId="0" sldId="307"/>
            <ac:spMk id="28696" creationId="{154B50FE-4300-8C0D-6A95-B800881C9FA8}"/>
          </ac:spMkLst>
        </pc:spChg>
        <pc:spChg chg="add del mod topLvl">
          <ac:chgData name="Muhammad Hakimi" userId="e7fbab97f260bdd4" providerId="LiveId" clId="{6EEE7DE7-20B1-41D2-9CC6-01A6840F2D21}" dt="2025-11-10T03:03:17.207" v="784" actId="962"/>
          <ac:spMkLst>
            <pc:docMk/>
            <pc:sldMk cId="0" sldId="307"/>
            <ac:spMk id="28697" creationId="{F43C92FB-D0F9-B9D0-3276-98818DAEC0BB}"/>
          </ac:spMkLst>
        </pc:spChg>
        <pc:spChg chg="add del mod modVis">
          <ac:chgData name="Muhammad Hakimi" userId="e7fbab97f260bdd4" providerId="LiveId" clId="{6EEE7DE7-20B1-41D2-9CC6-01A6840F2D21}" dt="2025-11-10T02:52:07.693" v="746" actId="692"/>
          <ac:spMkLst>
            <pc:docMk/>
            <pc:sldMk cId="0" sldId="307"/>
            <ac:spMk id="28712" creationId="{EDA89925-1DBF-6819-698F-30A74DF0BE4B}"/>
          </ac:spMkLst>
        </pc:spChg>
        <pc:spChg chg="add del mod modVis">
          <ac:chgData name="Muhammad Hakimi" userId="e7fbab97f260bdd4" providerId="LiveId" clId="{6EEE7DE7-20B1-41D2-9CC6-01A6840F2D21}" dt="2025-11-10T03:03:33.192" v="785" actId="962"/>
          <ac:spMkLst>
            <pc:docMk/>
            <pc:sldMk cId="0" sldId="307"/>
            <ac:spMk id="28713" creationId="{C7483F7C-CBF4-CE09-B37F-49B4AC8E71AD}"/>
          </ac:spMkLst>
        </pc:spChg>
        <pc:graphicFrameChg chg="add del mod modGraphic">
          <ac:chgData name="Muhammad Hakimi" userId="e7fbab97f260bdd4" providerId="LiveId" clId="{6EEE7DE7-20B1-41D2-9CC6-01A6840F2D21}" dt="2025-11-10T02:50:56.004" v="720" actId="113"/>
          <ac:graphicFrameMkLst>
            <pc:docMk/>
            <pc:sldMk cId="0" sldId="307"/>
            <ac:graphicFrameMk id="4" creationId="{84057EB0-D5C4-647B-D20A-EFCF86A1EA1D}"/>
          </ac:graphicFrameMkLst>
        </pc:graphicFrameChg>
        <pc:cxnChg chg="add mod">
          <ac:chgData name="Muhammad Hakimi" userId="e7fbab97f260bdd4" providerId="LiveId" clId="{6EEE7DE7-20B1-41D2-9CC6-01A6840F2D21}" dt="2025-10-30T05:27:36.861" v="486" actId="1076"/>
          <ac:cxnSpMkLst>
            <pc:docMk/>
            <pc:sldMk cId="0" sldId="307"/>
            <ac:cxnSpMk id="3" creationId="{02FE95D1-DC1D-9A49-880B-74112A52A438}"/>
          </ac:cxnSpMkLst>
        </pc:cxnChg>
        <pc:cxnChg chg="add mod topLvl">
          <ac:chgData name="Muhammad Hakimi" userId="e7fbab97f260bdd4" providerId="LiveId" clId="{6EEE7DE7-20B1-41D2-9CC6-01A6840F2D21}" dt="2025-10-30T06:34:36.681" v="495" actId="165"/>
          <ac:cxnSpMkLst>
            <pc:docMk/>
            <pc:sldMk cId="0" sldId="307"/>
            <ac:cxnSpMk id="32" creationId="{824F47AC-7816-2863-810C-A43741A3043D}"/>
          </ac:cxnSpMkLst>
        </pc:cxnChg>
        <pc:cxnChg chg="add mod topLvl">
          <ac:chgData name="Muhammad Hakimi" userId="e7fbab97f260bdd4" providerId="LiveId" clId="{6EEE7DE7-20B1-41D2-9CC6-01A6840F2D21}" dt="2025-10-30T06:34:36.681" v="495" actId="165"/>
          <ac:cxnSpMkLst>
            <pc:docMk/>
            <pc:sldMk cId="0" sldId="307"/>
            <ac:cxnSpMk id="34" creationId="{31736A53-80F8-0302-F56E-D292D6974B89}"/>
          </ac:cxnSpMkLst>
        </pc:cxnChg>
        <pc:cxnChg chg="add mod">
          <ac:chgData name="Muhammad Hakimi" userId="e7fbab97f260bdd4" providerId="LiveId" clId="{6EEE7DE7-20B1-41D2-9CC6-01A6840F2D21}" dt="2025-10-30T03:36:16.161" v="301" actId="1076"/>
          <ac:cxnSpMkLst>
            <pc:docMk/>
            <pc:sldMk cId="0" sldId="307"/>
            <ac:cxnSpMk id="41" creationId="{C0CB06BB-C9E7-5887-72B3-93D6BD65C2B7}"/>
          </ac:cxnSpMkLst>
        </pc:cxnChg>
        <pc:cxnChg chg="add mod">
          <ac:chgData name="Muhammad Hakimi" userId="e7fbab97f260bdd4" providerId="LiveId" clId="{6EEE7DE7-20B1-41D2-9CC6-01A6840F2D21}" dt="2025-10-30T03:36:16.161" v="301" actId="1076"/>
          <ac:cxnSpMkLst>
            <pc:docMk/>
            <pc:sldMk cId="0" sldId="307"/>
            <ac:cxnSpMk id="42" creationId="{12C4395D-8637-3919-D025-5A47EDB7573F}"/>
          </ac:cxnSpMkLst>
        </pc:cxnChg>
        <pc:cxnChg chg="add mod">
          <ac:chgData name="Muhammad Hakimi" userId="e7fbab97f260bdd4" providerId="LiveId" clId="{6EEE7DE7-20B1-41D2-9CC6-01A6840F2D21}" dt="2025-10-30T05:07:05.814" v="308" actId="1038"/>
          <ac:cxnSpMkLst>
            <pc:docMk/>
            <pc:sldMk cId="0" sldId="307"/>
            <ac:cxnSpMk id="49" creationId="{1EF51344-B680-5412-CB8D-E49F398D4A47}"/>
          </ac:cxnSpMkLst>
        </pc:cxnChg>
        <pc:cxnChg chg="add mod">
          <ac:chgData name="Muhammad Hakimi" userId="e7fbab97f260bdd4" providerId="LiveId" clId="{6EEE7DE7-20B1-41D2-9CC6-01A6840F2D21}" dt="2025-10-30T05:07:05.814" v="308" actId="1038"/>
          <ac:cxnSpMkLst>
            <pc:docMk/>
            <pc:sldMk cId="0" sldId="307"/>
            <ac:cxnSpMk id="50" creationId="{15052077-DF4D-63F7-D1F6-46CF9A1243AF}"/>
          </ac:cxnSpMkLst>
        </pc:cxnChg>
        <pc:cxnChg chg="mod topLvl">
          <ac:chgData name="Muhammad Hakimi" userId="e7fbab97f260bdd4" providerId="LiveId" clId="{6EEE7DE7-20B1-41D2-9CC6-01A6840F2D21}" dt="2025-10-30T05:08:52.778" v="345" actId="165"/>
          <ac:cxnSpMkLst>
            <pc:docMk/>
            <pc:sldMk cId="0" sldId="307"/>
            <ac:cxnSpMk id="28692" creationId="{2359CF85-B41E-44A6-2213-4A7D778A85EF}"/>
          </ac:cxnSpMkLst>
        </pc:cxnChg>
        <pc:cxnChg chg="mod topLvl">
          <ac:chgData name="Muhammad Hakimi" userId="e7fbab97f260bdd4" providerId="LiveId" clId="{6EEE7DE7-20B1-41D2-9CC6-01A6840F2D21}" dt="2025-10-30T05:08:52.778" v="345" actId="165"/>
          <ac:cxnSpMkLst>
            <pc:docMk/>
            <pc:sldMk cId="0" sldId="307"/>
            <ac:cxnSpMk id="28693" creationId="{2A745DCA-CC6F-4BEB-5558-7744910D72FE}"/>
          </ac:cxnSpMkLst>
        </pc:cxnChg>
      </pc:sldChg>
      <pc:sldChg chg="add del">
        <pc:chgData name="Muhammad Hakimi" userId="e7fbab97f260bdd4" providerId="LiveId" clId="{6EEE7DE7-20B1-41D2-9CC6-01A6840F2D21}" dt="2025-10-30T05:29:38.075" v="494" actId="2890"/>
        <pc:sldMkLst>
          <pc:docMk/>
          <pc:sldMk cId="3397610114" sldId="30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>
            <a:extLst>
              <a:ext uri="{FF2B5EF4-FFF2-40B4-BE49-F238E27FC236}">
                <a16:creationId xmlns:a16="http://schemas.microsoft.com/office/drawing/2014/main" id="{6A04BD45-03E9-46B5-A1E4-543A622B3B8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9075" cy="388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23" tIns="45961" rIns="91923" bIns="45961" numCol="1" anchor="t" anchorCtr="0" compatLnSpc="1">
            <a:prstTxWarp prst="textNoShape">
              <a:avLst/>
            </a:prstTxWarp>
          </a:bodyPr>
          <a:lstStyle>
            <a:lvl1pPr defTabSz="918606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1027">
            <a:extLst>
              <a:ext uri="{FF2B5EF4-FFF2-40B4-BE49-F238E27FC236}">
                <a16:creationId xmlns:a16="http://schemas.microsoft.com/office/drawing/2014/main" id="{92B9C046-1D9C-40FA-82EC-4BF2EC86771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67325" y="0"/>
            <a:ext cx="4029075" cy="388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23" tIns="45961" rIns="91923" bIns="45961" numCol="1" anchor="t" anchorCtr="0" compatLnSpc="1">
            <a:prstTxWarp prst="textNoShape">
              <a:avLst/>
            </a:prstTxWarp>
          </a:bodyPr>
          <a:lstStyle>
            <a:lvl1pPr algn="r" defTabSz="918606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1028">
            <a:extLst>
              <a:ext uri="{FF2B5EF4-FFF2-40B4-BE49-F238E27FC236}">
                <a16:creationId xmlns:a16="http://schemas.microsoft.com/office/drawing/2014/main" id="{3040CC25-AAC8-415C-8321-749C6F2DB51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621463"/>
            <a:ext cx="4029075" cy="38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23" tIns="45961" rIns="91923" bIns="45961" numCol="1" anchor="b" anchorCtr="0" compatLnSpc="1">
            <a:prstTxWarp prst="textNoShape">
              <a:avLst/>
            </a:prstTxWarp>
          </a:bodyPr>
          <a:lstStyle>
            <a:lvl1pPr defTabSz="918606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1" name="Rectangle 1029">
            <a:extLst>
              <a:ext uri="{FF2B5EF4-FFF2-40B4-BE49-F238E27FC236}">
                <a16:creationId xmlns:a16="http://schemas.microsoft.com/office/drawing/2014/main" id="{5DDE2538-4268-4C0B-A321-1AD5FBC138B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67325" y="6621463"/>
            <a:ext cx="4029075" cy="38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23" tIns="45961" rIns="91923" bIns="45961" numCol="1" anchor="b" anchorCtr="0" compatLnSpc="1">
            <a:prstTxWarp prst="textNoShape">
              <a:avLst/>
            </a:prstTxWarp>
          </a:bodyPr>
          <a:lstStyle>
            <a:lvl1pPr algn="r" defTabSz="917575" eaLnBrk="1" hangingPunct="1">
              <a:defRPr sz="1200"/>
            </a:lvl1pPr>
          </a:lstStyle>
          <a:p>
            <a:pPr>
              <a:defRPr/>
            </a:pPr>
            <a:fld id="{ACCB1CA8-79AC-40F6-AFB8-06F981F4B20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3539C2D-6B17-47F7-B7F9-A96DAFA88E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9075" cy="350838"/>
          </a:xfrm>
          <a:prstGeom prst="rect">
            <a:avLst/>
          </a:prstGeom>
        </p:spPr>
        <p:txBody>
          <a:bodyPr vert="horz" lIns="92181" tIns="46090" rIns="92181" bIns="4609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B70C46-AC65-4A48-B7C5-FBE2822061E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265738" y="0"/>
            <a:ext cx="4029075" cy="350838"/>
          </a:xfrm>
          <a:prstGeom prst="rect">
            <a:avLst/>
          </a:prstGeom>
        </p:spPr>
        <p:txBody>
          <a:bodyPr vert="horz" lIns="92181" tIns="46090" rIns="92181" bIns="4609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72823ECD-145E-4295-95E7-3B7A4FE5F6ED}" type="datetimeFigureOut">
              <a:rPr lang="en-US"/>
              <a:pPr>
                <a:defRPr/>
              </a:pPr>
              <a:t>11/10/2025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70F18E7-7571-4A46-9FF8-B8AFD8C91E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789238" y="525463"/>
            <a:ext cx="3717925" cy="2628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181" tIns="46090" rIns="92181" bIns="4609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C3BA97F-89B5-4E03-82AC-B89378BC32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30275" y="3330575"/>
            <a:ext cx="7437438" cy="3154363"/>
          </a:xfrm>
          <a:prstGeom prst="rect">
            <a:avLst/>
          </a:prstGeom>
        </p:spPr>
        <p:txBody>
          <a:bodyPr vert="horz" lIns="92181" tIns="46090" rIns="92181" bIns="4609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B5EA2F-EA0C-4E9F-9D48-D7BE23FC10D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657975"/>
            <a:ext cx="4029075" cy="350838"/>
          </a:xfrm>
          <a:prstGeom prst="rect">
            <a:avLst/>
          </a:prstGeom>
        </p:spPr>
        <p:txBody>
          <a:bodyPr vert="horz" lIns="92181" tIns="46090" rIns="92181" bIns="4609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4BB5EC-1716-4715-AEB1-76113EE819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265738" y="6657975"/>
            <a:ext cx="4029075" cy="350838"/>
          </a:xfrm>
          <a:prstGeom prst="rect">
            <a:avLst/>
          </a:prstGeom>
        </p:spPr>
        <p:txBody>
          <a:bodyPr vert="horz" wrap="square" lIns="92181" tIns="46090" rIns="92181" bIns="4609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E79E573-B0B1-4BA4-9E67-1C37BE1F852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CFFEFC5B-2B3B-4748-8C7B-49079486BB6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9DB696F1-6A8A-4E29-BE92-8EA7C5455DC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4" name="Group 905">
            <a:extLst>
              <a:ext uri="{FF2B5EF4-FFF2-40B4-BE49-F238E27FC236}">
                <a16:creationId xmlns:a16="http://schemas.microsoft.com/office/drawing/2014/main" id="{E8679C10-4A5E-4A04-8DC3-4B1A8FABDFF3}"/>
              </a:ext>
            </a:extLst>
          </p:cNvPr>
          <p:cNvGraphicFramePr>
            <a:graphicFrameLocks noGrp="1"/>
          </p:cNvGraphicFramePr>
          <p:nvPr/>
        </p:nvGraphicFramePr>
        <p:xfrm>
          <a:off x="10895013" y="8483600"/>
          <a:ext cx="3732213" cy="18256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900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4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5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8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2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517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0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**  GENERAL  **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Box 272">
            <a:extLst>
              <a:ext uri="{FF2B5EF4-FFF2-40B4-BE49-F238E27FC236}">
                <a16:creationId xmlns:a16="http://schemas.microsoft.com/office/drawing/2014/main" id="{0ADCDAF9-60D2-4058-82F9-AF74B7CEF04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pic>
        <p:nvPicPr>
          <p:cNvPr id="6" name="Picture 631">
            <a:extLst>
              <a:ext uri="{FF2B5EF4-FFF2-40B4-BE49-F238E27FC236}">
                <a16:creationId xmlns:a16="http://schemas.microsoft.com/office/drawing/2014/main" id="{7CDA03F5-CDC6-4F34-BB9F-9135AF847F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6288" y="8526463"/>
            <a:ext cx="931862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33">
            <a:extLst>
              <a:ext uri="{FF2B5EF4-FFF2-40B4-BE49-F238E27FC236}">
                <a16:creationId xmlns:a16="http://schemas.microsoft.com/office/drawing/2014/main" id="{EFDEFAD2-B43B-433A-8343-97A6428B7FB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677">
            <a:extLst>
              <a:ext uri="{FF2B5EF4-FFF2-40B4-BE49-F238E27FC236}">
                <a16:creationId xmlns:a16="http://schemas.microsoft.com/office/drawing/2014/main" id="{A6A2E1BD-D811-431D-A76B-01AB08A8EE1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sp>
        <p:nvSpPr>
          <p:cNvPr id="9" name="Rectangle 813">
            <a:extLst>
              <a:ext uri="{FF2B5EF4-FFF2-40B4-BE49-F238E27FC236}">
                <a16:creationId xmlns:a16="http://schemas.microsoft.com/office/drawing/2014/main" id="{F22EE00F-40AA-4AD1-AD37-2145C6C8E19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10" name="Text Box 857">
            <a:extLst>
              <a:ext uri="{FF2B5EF4-FFF2-40B4-BE49-F238E27FC236}">
                <a16:creationId xmlns:a16="http://schemas.microsoft.com/office/drawing/2014/main" id="{E35AEE28-0A02-486E-9B09-4341673ECE6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1" name="Group 760">
            <a:extLst>
              <a:ext uri="{FF2B5EF4-FFF2-40B4-BE49-F238E27FC236}">
                <a16:creationId xmlns:a16="http://schemas.microsoft.com/office/drawing/2014/main" id="{0F466A4B-065C-4A97-AADB-BE76CDD3DDF5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1663"/>
          <a:ext cx="3344863" cy="346075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5950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125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ectangle 906">
            <a:extLst>
              <a:ext uri="{FF2B5EF4-FFF2-40B4-BE49-F238E27FC236}">
                <a16:creationId xmlns:a16="http://schemas.microsoft.com/office/drawing/2014/main" id="{5E20105F-2667-4046-A02D-6124C2801D1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B5C2AC0B-7F78-4D7F-A73F-F03303668F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1133475" y="9739313"/>
            <a:ext cx="3151188" cy="711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DA6CA370-E2CC-47BA-8EB0-9BA298BDAF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5167313" y="9739313"/>
            <a:ext cx="4789487" cy="711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Footer</a:t>
            </a: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2614A0C9-3234-4EA0-B8CC-A2C3C3C224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9712325" y="6464300"/>
            <a:ext cx="3151188" cy="711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D4FC1B-C621-4F9C-8CFC-3A7649447E2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6636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7FF08B62-749C-48E1-910F-DB7391D99FD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3049DA57-AA6B-44A1-82C8-AD973483DBD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sp>
        <p:nvSpPr>
          <p:cNvPr id="4" name="Text Box 272">
            <a:extLst>
              <a:ext uri="{FF2B5EF4-FFF2-40B4-BE49-F238E27FC236}">
                <a16:creationId xmlns:a16="http://schemas.microsoft.com/office/drawing/2014/main" id="{E1C79092-E246-4011-A927-113A36D8E70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pic>
        <p:nvPicPr>
          <p:cNvPr id="5" name="Picture 1116">
            <a:extLst>
              <a:ext uri="{FF2B5EF4-FFF2-40B4-BE49-F238E27FC236}">
                <a16:creationId xmlns:a16="http://schemas.microsoft.com/office/drawing/2014/main" id="{26D4688A-3D54-442B-B379-1CEEB751877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548688"/>
            <a:ext cx="942975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9">
            <a:extLst>
              <a:ext uri="{FF2B5EF4-FFF2-40B4-BE49-F238E27FC236}">
                <a16:creationId xmlns:a16="http://schemas.microsoft.com/office/drawing/2014/main" id="{338EC1D3-F68D-4285-8922-3C577A86D56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B3233ECD-DF91-478A-85E6-C3C5F803340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6725" y="9944100"/>
            <a:ext cx="10423525" cy="368300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757C89EA-955A-4544-B4A4-4A2735877537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1C2A5E6D-6783-457E-A844-5C2433090086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41794" y="4682331"/>
            <a:ext cx="7791450" cy="369888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graphicFrame>
        <p:nvGraphicFramePr>
          <p:cNvPr id="10" name="Group 905">
            <a:extLst>
              <a:ext uri="{FF2B5EF4-FFF2-40B4-BE49-F238E27FC236}">
                <a16:creationId xmlns:a16="http://schemas.microsoft.com/office/drawing/2014/main" id="{EDEB7962-C8E7-487A-886C-971F82875F72}"/>
              </a:ext>
            </a:extLst>
          </p:cNvPr>
          <p:cNvGraphicFramePr>
            <a:graphicFrameLocks noGrp="1"/>
          </p:cNvGraphicFramePr>
          <p:nvPr/>
        </p:nvGraphicFramePr>
        <p:xfrm>
          <a:off x="10895013" y="8485188"/>
          <a:ext cx="3732212" cy="18256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900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4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5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8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2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517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0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**  NON CLEAN PROCESS **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1" name="Group 760">
            <a:extLst>
              <a:ext uri="{FF2B5EF4-FFF2-40B4-BE49-F238E27FC236}">
                <a16:creationId xmlns:a16="http://schemas.microsoft.com/office/drawing/2014/main" id="{B6390634-1FF0-4E54-A2BD-62E486D4FF39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598488"/>
          <a:ext cx="3344863" cy="374650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30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346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ectangle 906">
            <a:extLst>
              <a:ext uri="{FF2B5EF4-FFF2-40B4-BE49-F238E27FC236}">
                <a16:creationId xmlns:a16="http://schemas.microsoft.com/office/drawing/2014/main" id="{D1B82B8D-6C4E-4744-8AE1-0CB95DC0DA0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0E2AF189-D854-4E98-9C33-DB201854D7B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F3E481-3D04-47F8-ADC8-39EFBDB8BA3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5736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1CD3A42F-D700-4592-8810-48854639086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58BC1DDC-615C-47DA-AFC6-709050AD469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sp>
        <p:nvSpPr>
          <p:cNvPr id="4" name="Text Box 272">
            <a:extLst>
              <a:ext uri="{FF2B5EF4-FFF2-40B4-BE49-F238E27FC236}">
                <a16:creationId xmlns:a16="http://schemas.microsoft.com/office/drawing/2014/main" id="{72097365-CE8C-44A6-A8FC-985C5D91593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pic>
        <p:nvPicPr>
          <p:cNvPr id="5" name="Picture 1116">
            <a:extLst>
              <a:ext uri="{FF2B5EF4-FFF2-40B4-BE49-F238E27FC236}">
                <a16:creationId xmlns:a16="http://schemas.microsoft.com/office/drawing/2014/main" id="{16FA527E-6860-4D58-A0CE-782C590B882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548688"/>
            <a:ext cx="942975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9">
            <a:extLst>
              <a:ext uri="{FF2B5EF4-FFF2-40B4-BE49-F238E27FC236}">
                <a16:creationId xmlns:a16="http://schemas.microsoft.com/office/drawing/2014/main" id="{5A47B7DC-C7E6-426E-8372-944C5AC15CC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6425"/>
            <a:ext cx="10809288" cy="369888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B3A0ED4A-D732-4D15-BAAE-1321286C498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5613" y="9936163"/>
            <a:ext cx="10442575" cy="369887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83FD3774-11B7-4BA9-A395-94C64AD8CBA8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39369" y="5274469"/>
            <a:ext cx="8963025" cy="369888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515F91D6-9D09-42B7-B8B5-996FE0A7D640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44175" y="4694238"/>
            <a:ext cx="7791450" cy="368300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graphicFrame>
        <p:nvGraphicFramePr>
          <p:cNvPr id="10" name="Group 905">
            <a:extLst>
              <a:ext uri="{FF2B5EF4-FFF2-40B4-BE49-F238E27FC236}">
                <a16:creationId xmlns:a16="http://schemas.microsoft.com/office/drawing/2014/main" id="{0C424419-7B8D-425E-BA98-BBCF60787DE8}"/>
              </a:ext>
            </a:extLst>
          </p:cNvPr>
          <p:cNvGraphicFramePr>
            <a:graphicFrameLocks noGrp="1"/>
          </p:cNvGraphicFramePr>
          <p:nvPr/>
        </p:nvGraphicFramePr>
        <p:xfrm>
          <a:off x="10895013" y="8485188"/>
          <a:ext cx="3732212" cy="18256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900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4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5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8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2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517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0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</a:rPr>
                        <a:t>**  WATER WASH PROCESS **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1" name="Group 760">
            <a:extLst>
              <a:ext uri="{FF2B5EF4-FFF2-40B4-BE49-F238E27FC236}">
                <a16:creationId xmlns:a16="http://schemas.microsoft.com/office/drawing/2014/main" id="{2BC15826-B9F3-42F9-880D-AB9AA4517469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15950"/>
          <a:ext cx="3344863" cy="361950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479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471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ectangle 906">
            <a:extLst>
              <a:ext uri="{FF2B5EF4-FFF2-40B4-BE49-F238E27FC236}">
                <a16:creationId xmlns:a16="http://schemas.microsoft.com/office/drawing/2014/main" id="{FE0CEEBA-7666-48BE-AA40-E9D0F1DA81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973B4AA2-4B63-4F8C-8E78-A4E27D932E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1133475" y="9739313"/>
            <a:ext cx="3151188" cy="711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618C0830-C210-40F6-9BF6-041D746758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5167313" y="9739313"/>
            <a:ext cx="4789487" cy="711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005CE6CD-5E6A-47F2-B67E-046952B370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D29C03-5283-480E-AB25-F7732E24108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0043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011B9ABB-8B32-4F88-8BE1-F3967265749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CC62D2-45EE-4E0A-8660-3ABD685A1EB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8344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5AF45A7A-2B60-4A7B-B387-B158CDF2ED3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F8C082-03DB-4BFD-AC51-6BA693A28D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1486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4B1E25F9-80A9-42B4-B150-94DE4F4769C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E8D321-F35C-40B6-930E-10085F0327A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2058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9040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06">
            <a:extLst>
              <a:ext uri="{FF2B5EF4-FFF2-40B4-BE49-F238E27FC236}">
                <a16:creationId xmlns:a16="http://schemas.microsoft.com/office/drawing/2014/main" id="{B6121310-E75E-439A-AD76-9BEA81E7F10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</a:t>
            </a: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Confidential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6A9E991-C5E9-4867-897E-091E2AB74A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A39CA668-D9D3-4A94-BF1D-0165757A054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5" name="Group 1135">
            <a:extLst>
              <a:ext uri="{FF2B5EF4-FFF2-40B4-BE49-F238E27FC236}">
                <a16:creationId xmlns:a16="http://schemas.microsoft.com/office/drawing/2014/main" id="{F904AC21-E013-461B-B9A8-2E12FE898994}"/>
              </a:ext>
            </a:extLst>
          </p:cNvPr>
          <p:cNvGraphicFramePr>
            <a:graphicFrameLocks noGrp="1"/>
          </p:cNvGraphicFramePr>
          <p:nvPr/>
        </p:nvGraphicFramePr>
        <p:xfrm>
          <a:off x="10058400" y="8477250"/>
          <a:ext cx="4573588" cy="1831975"/>
        </p:xfrm>
        <a:graphic>
          <a:graphicData uri="http://schemas.openxmlformats.org/drawingml/2006/table">
            <a:tbl>
              <a:tblPr/>
              <a:tblGrid>
                <a:gridCol w="1104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3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7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21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12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91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34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72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9238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38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** LOW TEMP. NON CLEAN LEAD FREE PROCESS**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Box 272">
            <a:extLst>
              <a:ext uri="{FF2B5EF4-FFF2-40B4-BE49-F238E27FC236}">
                <a16:creationId xmlns:a16="http://schemas.microsoft.com/office/drawing/2014/main" id="{776BE8DD-224F-4655-9EAA-5BB144B4F27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7" name="Group 986">
            <a:extLst>
              <a:ext uri="{FF2B5EF4-FFF2-40B4-BE49-F238E27FC236}">
                <a16:creationId xmlns:a16="http://schemas.microsoft.com/office/drawing/2014/main" id="{5B3E184F-8E43-49E5-95C2-C9094464E012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9600"/>
          <a:ext cx="3344863" cy="363538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06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7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Rectangle 1104">
            <a:extLst>
              <a:ext uri="{FF2B5EF4-FFF2-40B4-BE49-F238E27FC236}">
                <a16:creationId xmlns:a16="http://schemas.microsoft.com/office/drawing/2014/main" id="{44494F8C-6602-47AB-A37F-55AD55799BA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5138" y="10042525"/>
            <a:ext cx="10423525" cy="2667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 FREE PROCESS</a:t>
            </a:r>
          </a:p>
        </p:txBody>
      </p:sp>
      <p:pic>
        <p:nvPicPr>
          <p:cNvPr id="9" name="Picture 1136">
            <a:extLst>
              <a:ext uri="{FF2B5EF4-FFF2-40B4-BE49-F238E27FC236}">
                <a16:creationId xmlns:a16="http://schemas.microsoft.com/office/drawing/2014/main" id="{02761EB2-0FF0-425D-95CF-F1A056B3A86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1738" y="8459788"/>
            <a:ext cx="906462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3EE7A052-5BE5-4F4E-B655-39AB142780B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71488" y="9926638"/>
            <a:ext cx="9586912" cy="368300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217BA5A-7FE2-488D-9EBE-7C30E7DCBD75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D6C86024-F400-476F-BD29-090EDE3DC2A4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64812" y="4659313"/>
            <a:ext cx="7745413" cy="369888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F8514CD1-F39B-464E-B73F-C12057577B5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FC4AFBEC-037C-485B-8514-7D62299506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39450" y="9739313"/>
            <a:ext cx="3151188" cy="711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F116EB5F-51C2-40FF-BED3-D91F6203CA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6687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20E406AE-99E8-413B-B0AE-F416D36F4D4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FDC86D-F5F5-47C0-9A0B-9BE188E76AE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272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292E4FD5-81AB-4848-AD0B-0CAEA2258CF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AAE900-2B51-4F74-BF6F-5466C429FD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6187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6A19B6C0-0A13-488B-BE45-7BF0A146A77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F63D28-7383-46A5-9DDA-1C684CBFDC4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46838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E3B2E173-6150-4F11-9B2A-CBE504964C5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1BA139-1874-469F-94A1-4F2D6C5E277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04939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A3E1A341-7513-43B7-A0AA-DF346AFD868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376451-8ADD-4BE0-9D57-1789C1D00A3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61614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AD2D5C48-FC03-469F-A087-476500BED5D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D6771B-61AF-4CEF-BDC8-D70A36E1EDB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01468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ECDBD7B3-949B-4F98-9ED1-0A5FF0877BC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913BF9-C79F-4F20-B5A2-449919F0D31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44255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7FDB3D6D-D166-458C-9342-40ECE6B1DC3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4E9968-EA4B-4682-8451-5D2F3052E6D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37965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EFDEE3F6-DD6A-451B-A2C0-B71110F71D6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977996-1204-4751-A7CA-66396819EBF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09937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640E4123-79EF-477C-B6AC-40F859E43F7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CA12D4-1468-446F-A8D7-4300A02CB5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00299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3C43323D-7834-409F-975E-D1DEF6D09D9D}"/>
              </a:ext>
            </a:extLst>
          </p:cNvPr>
          <p:cNvSpPr txBox="1">
            <a:spLocks/>
          </p:cNvSpPr>
          <p:nvPr userDrawn="1"/>
        </p:nvSpPr>
        <p:spPr>
          <a:xfrm>
            <a:off x="5048250" y="9761538"/>
            <a:ext cx="5103813" cy="569912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/>
              <a:t>Parent Document #: 07-DC20-GEN-001</a:t>
            </a:r>
          </a:p>
          <a:p>
            <a:pPr>
              <a:defRPr/>
            </a:pPr>
            <a:r>
              <a:rPr lang="en-US" dirty="0">
                <a:solidFill>
                  <a:srgbClr val="00B050"/>
                </a:solidFill>
              </a:rPr>
              <a:t>Confidential</a:t>
            </a:r>
            <a:r>
              <a:rPr lang="en-US" dirty="0"/>
              <a:t> – All rights reserved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F69594DC-BEAD-44B8-94A1-F7FE9661EB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09238" y="8502650"/>
            <a:ext cx="3403600" cy="5699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EF221718-1DD2-4B87-830F-EA0A4F5B98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43438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>
            <a:extLst>
              <a:ext uri="{FF2B5EF4-FFF2-40B4-BE49-F238E27FC236}">
                <a16:creationId xmlns:a16="http://schemas.microsoft.com/office/drawing/2014/main" id="{DF49C26B-ADD3-42A7-9A32-B1EB8355D330}"/>
              </a:ext>
            </a:extLst>
          </p:cNvPr>
          <p:cNvSpPr/>
          <p:nvPr userDrawn="1"/>
        </p:nvSpPr>
        <p:spPr>
          <a:xfrm>
            <a:off x="3995738" y="0"/>
            <a:ext cx="11128375" cy="1643063"/>
          </a:xfrm>
          <a:custGeom>
            <a:avLst/>
            <a:gdLst>
              <a:gd name="connsiteX0" fmla="*/ 0 w 8971180"/>
              <a:gd name="connsiteY0" fmla="*/ 0 h 1054117"/>
              <a:gd name="connsiteX1" fmla="*/ 8971180 w 8971180"/>
              <a:gd name="connsiteY1" fmla="*/ 0 h 1054117"/>
              <a:gd name="connsiteX2" fmla="*/ 8971180 w 8971180"/>
              <a:gd name="connsiteY2" fmla="*/ 1054117 h 1054117"/>
              <a:gd name="connsiteX3" fmla="*/ 0 w 8971180"/>
              <a:gd name="connsiteY3" fmla="*/ 1054117 h 1054117"/>
              <a:gd name="connsiteX4" fmla="*/ 0 w 8971180"/>
              <a:gd name="connsiteY4" fmla="*/ 0 h 1054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71180" h="1054117">
                <a:moveTo>
                  <a:pt x="0" y="0"/>
                </a:moveTo>
                <a:lnTo>
                  <a:pt x="8971180" y="0"/>
                </a:lnTo>
                <a:lnTo>
                  <a:pt x="8971180" y="1054117"/>
                </a:lnTo>
                <a:lnTo>
                  <a:pt x="0" y="10541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977"/>
          </a:p>
        </p:txBody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216EDB01-C531-4D25-9526-1B5B9BAE0864}"/>
              </a:ext>
            </a:extLst>
          </p:cNvPr>
          <p:cNvSpPr/>
          <p:nvPr userDrawn="1"/>
        </p:nvSpPr>
        <p:spPr>
          <a:xfrm>
            <a:off x="327025" y="0"/>
            <a:ext cx="11976100" cy="1643063"/>
          </a:xfrm>
          <a:custGeom>
            <a:avLst/>
            <a:gdLst>
              <a:gd name="connsiteX0" fmla="*/ 9078658 w 9654393"/>
              <a:gd name="connsiteY0" fmla="*/ 0 h 1054118"/>
              <a:gd name="connsiteX1" fmla="*/ 9654393 w 9654393"/>
              <a:gd name="connsiteY1" fmla="*/ 0 h 1054118"/>
              <a:gd name="connsiteX2" fmla="*/ 9078661 w 9654393"/>
              <a:gd name="connsiteY2" fmla="*/ 1054112 h 1054118"/>
              <a:gd name="connsiteX3" fmla="*/ 9078661 w 9654393"/>
              <a:gd name="connsiteY3" fmla="*/ 1054118 h 1054118"/>
              <a:gd name="connsiteX4" fmla="*/ 9078658 w 9654393"/>
              <a:gd name="connsiteY4" fmla="*/ 1054118 h 1054118"/>
              <a:gd name="connsiteX5" fmla="*/ 0 w 9654393"/>
              <a:gd name="connsiteY5" fmla="*/ 1054118 h 1054118"/>
              <a:gd name="connsiteX6" fmla="*/ 0 w 9654393"/>
              <a:gd name="connsiteY6" fmla="*/ 1 h 1054118"/>
              <a:gd name="connsiteX7" fmla="*/ 9078658 w 9654393"/>
              <a:gd name="connsiteY7" fmla="*/ 1 h 1054118"/>
              <a:gd name="connsiteX8" fmla="*/ 9078658 w 9654393"/>
              <a:gd name="connsiteY8" fmla="*/ 0 h 1054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654393" h="1054118">
                <a:moveTo>
                  <a:pt x="9078658" y="0"/>
                </a:moveTo>
                <a:lnTo>
                  <a:pt x="9654393" y="0"/>
                </a:lnTo>
                <a:lnTo>
                  <a:pt x="9078661" y="1054112"/>
                </a:lnTo>
                <a:lnTo>
                  <a:pt x="9078661" y="1054118"/>
                </a:lnTo>
                <a:lnTo>
                  <a:pt x="9078658" y="1054118"/>
                </a:lnTo>
                <a:lnTo>
                  <a:pt x="0" y="1054118"/>
                </a:lnTo>
                <a:lnTo>
                  <a:pt x="0" y="1"/>
                </a:lnTo>
                <a:lnTo>
                  <a:pt x="9078658" y="1"/>
                </a:lnTo>
                <a:lnTo>
                  <a:pt x="907865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977"/>
          </a:p>
        </p:txBody>
      </p:sp>
      <p:sp>
        <p:nvSpPr>
          <p:cNvPr id="6" name="Freeform 9">
            <a:extLst>
              <a:ext uri="{FF2B5EF4-FFF2-40B4-BE49-F238E27FC236}">
                <a16:creationId xmlns:a16="http://schemas.microsoft.com/office/drawing/2014/main" id="{C8E1E23D-607B-42CD-9E4C-E158AF07A20D}"/>
              </a:ext>
            </a:extLst>
          </p:cNvPr>
          <p:cNvSpPr/>
          <p:nvPr userDrawn="1"/>
        </p:nvSpPr>
        <p:spPr>
          <a:xfrm>
            <a:off x="0" y="0"/>
            <a:ext cx="11976100" cy="1643063"/>
          </a:xfrm>
          <a:custGeom>
            <a:avLst/>
            <a:gdLst>
              <a:gd name="connsiteX0" fmla="*/ 9078658 w 9654393"/>
              <a:gd name="connsiteY0" fmla="*/ 0 h 1054118"/>
              <a:gd name="connsiteX1" fmla="*/ 9654393 w 9654393"/>
              <a:gd name="connsiteY1" fmla="*/ 0 h 1054118"/>
              <a:gd name="connsiteX2" fmla="*/ 9078661 w 9654393"/>
              <a:gd name="connsiteY2" fmla="*/ 1054112 h 1054118"/>
              <a:gd name="connsiteX3" fmla="*/ 9078661 w 9654393"/>
              <a:gd name="connsiteY3" fmla="*/ 1054118 h 1054118"/>
              <a:gd name="connsiteX4" fmla="*/ 9078658 w 9654393"/>
              <a:gd name="connsiteY4" fmla="*/ 1054118 h 1054118"/>
              <a:gd name="connsiteX5" fmla="*/ 0 w 9654393"/>
              <a:gd name="connsiteY5" fmla="*/ 1054118 h 1054118"/>
              <a:gd name="connsiteX6" fmla="*/ 0 w 9654393"/>
              <a:gd name="connsiteY6" fmla="*/ 1 h 1054118"/>
              <a:gd name="connsiteX7" fmla="*/ 9078658 w 9654393"/>
              <a:gd name="connsiteY7" fmla="*/ 1 h 1054118"/>
              <a:gd name="connsiteX8" fmla="*/ 9078658 w 9654393"/>
              <a:gd name="connsiteY8" fmla="*/ 0 h 1054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654393" h="1054118">
                <a:moveTo>
                  <a:pt x="9078658" y="0"/>
                </a:moveTo>
                <a:lnTo>
                  <a:pt x="9654393" y="0"/>
                </a:lnTo>
                <a:lnTo>
                  <a:pt x="9078661" y="1054112"/>
                </a:lnTo>
                <a:lnTo>
                  <a:pt x="9078661" y="1054118"/>
                </a:lnTo>
                <a:lnTo>
                  <a:pt x="9078658" y="1054118"/>
                </a:lnTo>
                <a:lnTo>
                  <a:pt x="0" y="1054118"/>
                </a:lnTo>
                <a:lnTo>
                  <a:pt x="0" y="1"/>
                </a:lnTo>
                <a:lnTo>
                  <a:pt x="9078658" y="1"/>
                </a:lnTo>
                <a:lnTo>
                  <a:pt x="9078658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977"/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417D3A11-1077-4E84-A1E5-448EF012AC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60288" y="541338"/>
            <a:ext cx="2138362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8E707D9-EB97-4C2F-AD9D-C26331F9BCAD}"/>
              </a:ext>
            </a:extLst>
          </p:cNvPr>
          <p:cNvSpPr txBox="1">
            <a:spLocks/>
          </p:cNvSpPr>
          <p:nvPr userDrawn="1"/>
        </p:nvSpPr>
        <p:spPr>
          <a:xfrm>
            <a:off x="4991100" y="9721850"/>
            <a:ext cx="5103813" cy="569913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/>
              <a:t>Parent Document #: 07-DC20-GEN-001</a:t>
            </a:r>
          </a:p>
          <a:p>
            <a:pPr>
              <a:defRPr/>
            </a:pPr>
            <a:r>
              <a:rPr lang="en-US" dirty="0">
                <a:solidFill>
                  <a:srgbClr val="00B050"/>
                </a:solidFill>
                <a:ea typeface="+mn-ea"/>
              </a:rPr>
              <a:t>Confidential</a:t>
            </a:r>
            <a:r>
              <a:rPr lang="en-US" dirty="0"/>
              <a:t> – All rights reserved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943" y="42329"/>
            <a:ext cx="10330910" cy="1538035"/>
          </a:xfrm>
        </p:spPr>
        <p:txBody>
          <a:bodyPr anchor="ctr">
            <a:normAutofit/>
          </a:bodyPr>
          <a:lstStyle>
            <a:lvl1pPr>
              <a:defRPr sz="3101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8943" y="2137727"/>
            <a:ext cx="13658965" cy="6781843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A969E10-D02C-4BEC-A22F-CC27950F32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09238" y="8502650"/>
            <a:ext cx="3403600" cy="5699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7A98B9CD-4401-4D4F-898B-5C0CAB72EEF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3419A4A-A2CF-421B-9E8B-EA3E33B75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4788" y="10120313"/>
            <a:ext cx="5103812" cy="568325"/>
          </a:xfrm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algn="l">
              <a:defRPr sz="1100">
                <a:solidFill>
                  <a:srgbClr val="BFBFBF"/>
                </a:solidFill>
                <a:latin typeface="Century Gothic" panose="020B0502020202020204" pitchFamily="34" charset="0"/>
                <a:ea typeface="Arial Narrow" panose="020B0606020202030204" pitchFamily="34" charset="0"/>
                <a:cs typeface="Arial Narrow" panose="020B0606020202030204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PUBLIC   |   ©Jabil Inc. 2019. All Rights Reserved. </a:t>
            </a:r>
          </a:p>
        </p:txBody>
      </p:sp>
    </p:spTree>
    <p:extLst>
      <p:ext uri="{BB962C8B-B14F-4D97-AF65-F5344CB8AC3E}">
        <p14:creationId xmlns:p14="http://schemas.microsoft.com/office/powerpoint/2010/main" val="91426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4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.png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.png"/></Relationships>
</file>

<file path=ppt/slideMasters/_rels/slideMaster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.png"/></Relationships>
</file>

<file path=ppt/slideMasters/_rels/slideMaster19.xml.rels><?xml version="1.0" encoding="UTF-8" standalone="yes"?>
<Relationships xmlns="http://schemas.openxmlformats.org/package/2006/relationships"><Relationship Id="rId3" Type="http://schemas.openxmlformats.org/officeDocument/2006/relationships/theme" Target="../theme/theme19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09AABEC5-6905-4910-9369-D69F5C397D7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571288" y="9518650"/>
            <a:ext cx="3151187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266DCA68-371B-4531-88C1-9A2035C94BB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1001116-0CD1-4188-95C0-9D645144CFE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3F07B73C-6712-4E2D-BD85-C8A56D2FAE5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9" name="Group 905">
            <a:extLst>
              <a:ext uri="{FF2B5EF4-FFF2-40B4-BE49-F238E27FC236}">
                <a16:creationId xmlns:a16="http://schemas.microsoft.com/office/drawing/2014/main" id="{A8BF402B-571D-4416-B779-A3A5E801F31F}"/>
              </a:ext>
            </a:extLst>
          </p:cNvPr>
          <p:cNvGraphicFramePr>
            <a:graphicFrameLocks noGrp="1"/>
          </p:cNvGraphicFramePr>
          <p:nvPr/>
        </p:nvGraphicFramePr>
        <p:xfrm>
          <a:off x="10895013" y="8483600"/>
          <a:ext cx="3732212" cy="18256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900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4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5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8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2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517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0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**  GENERAL  **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Box 272">
            <a:extLst>
              <a:ext uri="{FF2B5EF4-FFF2-40B4-BE49-F238E27FC236}">
                <a16:creationId xmlns:a16="http://schemas.microsoft.com/office/drawing/2014/main" id="{02EE5B1E-BDDF-4AD8-9D4C-313799617B3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pic>
        <p:nvPicPr>
          <p:cNvPr id="1066" name="Picture 631">
            <a:extLst>
              <a:ext uri="{FF2B5EF4-FFF2-40B4-BE49-F238E27FC236}">
                <a16:creationId xmlns:a16="http://schemas.microsoft.com/office/drawing/2014/main" id="{1A240895-2FBB-4C15-8BA0-94A99497A24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6288" y="8526463"/>
            <a:ext cx="931862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633">
            <a:extLst>
              <a:ext uri="{FF2B5EF4-FFF2-40B4-BE49-F238E27FC236}">
                <a16:creationId xmlns:a16="http://schemas.microsoft.com/office/drawing/2014/main" id="{AE9E940E-07AD-401E-A519-6A1436FD71E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13" name="Text Box 677">
            <a:extLst>
              <a:ext uri="{FF2B5EF4-FFF2-40B4-BE49-F238E27FC236}">
                <a16:creationId xmlns:a16="http://schemas.microsoft.com/office/drawing/2014/main" id="{6671ED0C-C844-41DB-AD2E-C07A656033B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sp>
        <p:nvSpPr>
          <p:cNvPr id="14" name="Rectangle 813">
            <a:extLst>
              <a:ext uri="{FF2B5EF4-FFF2-40B4-BE49-F238E27FC236}">
                <a16:creationId xmlns:a16="http://schemas.microsoft.com/office/drawing/2014/main" id="{1BC74310-889F-485D-999D-4E06A5A8305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15" name="Text Box 857">
            <a:extLst>
              <a:ext uri="{FF2B5EF4-FFF2-40B4-BE49-F238E27FC236}">
                <a16:creationId xmlns:a16="http://schemas.microsoft.com/office/drawing/2014/main" id="{A2190C36-1B1C-48A7-86A2-C3A68115C03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6" name="Group 760">
            <a:extLst>
              <a:ext uri="{FF2B5EF4-FFF2-40B4-BE49-F238E27FC236}">
                <a16:creationId xmlns:a16="http://schemas.microsoft.com/office/drawing/2014/main" id="{CC199AE4-17E7-4DB4-97FB-36D96FD8DC1B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1663"/>
          <a:ext cx="3344863" cy="346075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5950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125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Rectangle 906">
            <a:extLst>
              <a:ext uri="{FF2B5EF4-FFF2-40B4-BE49-F238E27FC236}">
                <a16:creationId xmlns:a16="http://schemas.microsoft.com/office/drawing/2014/main" id="{DBB2D42B-7FE0-44E7-8AE4-913CA21F877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802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>
            <a:extLst>
              <a:ext uri="{FF2B5EF4-FFF2-40B4-BE49-F238E27FC236}">
                <a16:creationId xmlns:a16="http://schemas.microsoft.com/office/drawing/2014/main" id="{7EAF70F8-4990-4CD1-9784-658613083D2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33475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878D3E9-D495-47A1-8FD4-A56CBDDF227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436AAEF5-63DE-4BFF-A7E9-4F025189411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29F1C73-55F8-4335-BC90-858B2021EC5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48707306-83CE-45DF-998A-96867B745C2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sp>
        <p:nvSpPr>
          <p:cNvPr id="9" name="Text Box 272">
            <a:extLst>
              <a:ext uri="{FF2B5EF4-FFF2-40B4-BE49-F238E27FC236}">
                <a16:creationId xmlns:a16="http://schemas.microsoft.com/office/drawing/2014/main" id="{20EAB061-0FDE-4B51-ACA8-96BCAD22A0D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pic>
        <p:nvPicPr>
          <p:cNvPr id="2055" name="Picture 1116">
            <a:extLst>
              <a:ext uri="{FF2B5EF4-FFF2-40B4-BE49-F238E27FC236}">
                <a16:creationId xmlns:a16="http://schemas.microsoft.com/office/drawing/2014/main" id="{28C3F4C2-61C4-4495-829F-806BE64632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548688"/>
            <a:ext cx="942975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id="{148447D8-E9A7-4B7A-B928-BE2CFBB537B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4A4CC9F1-7C92-4E63-AFC4-31148148A1A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6725" y="9944100"/>
            <a:ext cx="10423525" cy="368300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D70BBF0D-3BBF-4C8C-BBB5-AF5E3EE16AFD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E2FA5E9F-ED2B-4B09-8D13-91CB37362F97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41794" y="4682331"/>
            <a:ext cx="7791450" cy="369888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graphicFrame>
        <p:nvGraphicFramePr>
          <p:cNvPr id="15" name="Group 905">
            <a:extLst>
              <a:ext uri="{FF2B5EF4-FFF2-40B4-BE49-F238E27FC236}">
                <a16:creationId xmlns:a16="http://schemas.microsoft.com/office/drawing/2014/main" id="{5105AF04-D093-4D17-9189-11729D1885B8}"/>
              </a:ext>
            </a:extLst>
          </p:cNvPr>
          <p:cNvGraphicFramePr>
            <a:graphicFrameLocks noGrp="1"/>
          </p:cNvGraphicFramePr>
          <p:nvPr/>
        </p:nvGraphicFramePr>
        <p:xfrm>
          <a:off x="10895013" y="8485188"/>
          <a:ext cx="3732212" cy="18256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900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4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5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8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2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517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0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**  NON CLEAN PROCESS **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6" name="Group 760">
            <a:extLst>
              <a:ext uri="{FF2B5EF4-FFF2-40B4-BE49-F238E27FC236}">
                <a16:creationId xmlns:a16="http://schemas.microsoft.com/office/drawing/2014/main" id="{C4C130A7-D55C-44C0-870A-4F2BEBE90CBF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598488"/>
          <a:ext cx="3344863" cy="374650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30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346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Rectangle 906">
            <a:extLst>
              <a:ext uri="{FF2B5EF4-FFF2-40B4-BE49-F238E27FC236}">
                <a16:creationId xmlns:a16="http://schemas.microsoft.com/office/drawing/2014/main" id="{F9113332-4AFE-44BD-99E0-225B404AFC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803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2B7E1FB8-398A-443B-9FF6-DF62A62ACEC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E523B482-062B-4EE3-9870-08450249624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7AE1538-C1A8-4792-8BC1-752A67DD9C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09C75032-9BCD-49F9-AF77-C8D985812D6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sp>
        <p:nvSpPr>
          <p:cNvPr id="9" name="Text Box 272">
            <a:extLst>
              <a:ext uri="{FF2B5EF4-FFF2-40B4-BE49-F238E27FC236}">
                <a16:creationId xmlns:a16="http://schemas.microsoft.com/office/drawing/2014/main" id="{2D69CD2F-4937-4C12-972A-7C948A8AC3A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pic>
        <p:nvPicPr>
          <p:cNvPr id="3078" name="Picture 1116">
            <a:extLst>
              <a:ext uri="{FF2B5EF4-FFF2-40B4-BE49-F238E27FC236}">
                <a16:creationId xmlns:a16="http://schemas.microsoft.com/office/drawing/2014/main" id="{C46766FF-B5C9-4317-ADDE-5BB5CB8A470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548688"/>
            <a:ext cx="942975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id="{CBDBA6B7-BA6A-452D-A2DD-1ADC3FBDB39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6425"/>
            <a:ext cx="10809288" cy="369888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88397CCC-8B6E-4303-8074-E08063A0E2F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5613" y="9936163"/>
            <a:ext cx="10442575" cy="369887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8EAE6D57-D070-4449-8628-71E9B6059315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39369" y="5274469"/>
            <a:ext cx="8963025" cy="369888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333D1763-2BB8-4060-9ECA-CA3DA1E042D5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44175" y="4694238"/>
            <a:ext cx="7791450" cy="368300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graphicFrame>
        <p:nvGraphicFramePr>
          <p:cNvPr id="15" name="Group 905">
            <a:extLst>
              <a:ext uri="{FF2B5EF4-FFF2-40B4-BE49-F238E27FC236}">
                <a16:creationId xmlns:a16="http://schemas.microsoft.com/office/drawing/2014/main" id="{9954E5C2-23A2-496B-9D76-BFFA83C30C5A}"/>
              </a:ext>
            </a:extLst>
          </p:cNvPr>
          <p:cNvGraphicFramePr>
            <a:graphicFrameLocks noGrp="1"/>
          </p:cNvGraphicFramePr>
          <p:nvPr/>
        </p:nvGraphicFramePr>
        <p:xfrm>
          <a:off x="10895013" y="8485188"/>
          <a:ext cx="3732212" cy="18256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900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4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5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8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2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517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0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</a:rPr>
                        <a:t>**  WATER WASH PROCESS **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6" name="Group 760">
            <a:extLst>
              <a:ext uri="{FF2B5EF4-FFF2-40B4-BE49-F238E27FC236}">
                <a16:creationId xmlns:a16="http://schemas.microsoft.com/office/drawing/2014/main" id="{5AB0D68A-E43C-446D-B003-5AB6A8E1C484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15950"/>
          <a:ext cx="3344863" cy="361950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479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471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Rectangle 906">
            <a:extLst>
              <a:ext uri="{FF2B5EF4-FFF2-40B4-BE49-F238E27FC236}">
                <a16:creationId xmlns:a16="http://schemas.microsoft.com/office/drawing/2014/main" id="{25361244-BCB5-4528-BB97-BEE9C09FB55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804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06">
            <a:extLst>
              <a:ext uri="{FF2B5EF4-FFF2-40B4-BE49-F238E27FC236}">
                <a16:creationId xmlns:a16="http://schemas.microsoft.com/office/drawing/2014/main" id="{5F9128BA-46EF-4A6B-96B4-A3AC75AE103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Confidential 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FB951A9-4826-4D49-B278-17D822103F2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DEB106D5-0B90-46AE-A957-0C7E636A3F0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021B765-2AD0-430A-BC6E-E79336EA98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06CEAA66-6F0E-4558-807D-8A4ADAD57DC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10" name="Group 1135">
            <a:extLst>
              <a:ext uri="{FF2B5EF4-FFF2-40B4-BE49-F238E27FC236}">
                <a16:creationId xmlns:a16="http://schemas.microsoft.com/office/drawing/2014/main" id="{56ACDEFD-06CC-4686-9B71-CDA0A50783F1}"/>
              </a:ext>
            </a:extLst>
          </p:cNvPr>
          <p:cNvGraphicFramePr>
            <a:graphicFrameLocks noGrp="1"/>
          </p:cNvGraphicFramePr>
          <p:nvPr/>
        </p:nvGraphicFramePr>
        <p:xfrm>
          <a:off x="10899775" y="8477250"/>
          <a:ext cx="3732213" cy="183197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9238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38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**  NON CLEAN LEAD FREE PROCESS **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Text Box 272">
            <a:extLst>
              <a:ext uri="{FF2B5EF4-FFF2-40B4-BE49-F238E27FC236}">
                <a16:creationId xmlns:a16="http://schemas.microsoft.com/office/drawing/2014/main" id="{E24E53F3-1DCA-404E-AFA6-856669A37F3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2" name="Group 986">
            <a:extLst>
              <a:ext uri="{FF2B5EF4-FFF2-40B4-BE49-F238E27FC236}">
                <a16:creationId xmlns:a16="http://schemas.microsoft.com/office/drawing/2014/main" id="{B29540D6-3C0F-4604-928D-1BE669C510F1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9600"/>
          <a:ext cx="3344863" cy="363538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06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7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Rectangle 1104">
            <a:extLst>
              <a:ext uri="{FF2B5EF4-FFF2-40B4-BE49-F238E27FC236}">
                <a16:creationId xmlns:a16="http://schemas.microsoft.com/office/drawing/2014/main" id="{5CE7B4C9-6DEC-473D-8C17-181205C41D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5138" y="10042525"/>
            <a:ext cx="10423525" cy="2667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 FREE PROCESS</a:t>
            </a:r>
          </a:p>
        </p:txBody>
      </p:sp>
      <p:pic>
        <p:nvPicPr>
          <p:cNvPr id="4151" name="Picture 1136">
            <a:extLst>
              <a:ext uri="{FF2B5EF4-FFF2-40B4-BE49-F238E27FC236}">
                <a16:creationId xmlns:a16="http://schemas.microsoft.com/office/drawing/2014/main" id="{C479CC34-E008-4F19-9C29-EEA04639F5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459788"/>
            <a:ext cx="906462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0">
            <a:extLst>
              <a:ext uri="{FF2B5EF4-FFF2-40B4-BE49-F238E27FC236}">
                <a16:creationId xmlns:a16="http://schemas.microsoft.com/office/drawing/2014/main" id="{4F42A230-5CFE-410C-A872-5A7E20B804C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6725" y="9944100"/>
            <a:ext cx="10423525" cy="3683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533971C7-3913-446E-BC2C-832CEC19D269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B14500D5-E5E7-4976-9124-05647377C779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64812" y="4659313"/>
            <a:ext cx="7745413" cy="369888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C9DF6716-CD78-4F4C-A961-DC785A8073A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88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906">
            <a:extLst>
              <a:ext uri="{FF2B5EF4-FFF2-40B4-BE49-F238E27FC236}">
                <a16:creationId xmlns:a16="http://schemas.microsoft.com/office/drawing/2014/main" id="{BF2B8723-79D6-4DC9-A052-9581F2B6DD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306913B-DC20-4BEE-87A2-D26D00ED633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FBF52BCC-3D6A-4F47-B582-0B63FB85EAA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924D79F-E920-4DE5-82EB-8C2773DB6B9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5FD9AD09-4206-43DA-ADF3-A80C370FE9C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9" name="Group 1135">
            <a:extLst>
              <a:ext uri="{FF2B5EF4-FFF2-40B4-BE49-F238E27FC236}">
                <a16:creationId xmlns:a16="http://schemas.microsoft.com/office/drawing/2014/main" id="{37437C07-86B5-402F-88EA-A078BB55D328}"/>
              </a:ext>
            </a:extLst>
          </p:cNvPr>
          <p:cNvGraphicFramePr>
            <a:graphicFrameLocks noGrp="1"/>
          </p:cNvGraphicFramePr>
          <p:nvPr/>
        </p:nvGraphicFramePr>
        <p:xfrm>
          <a:off x="10899775" y="8477250"/>
          <a:ext cx="3732213" cy="183197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9238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38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</a:rPr>
                        <a:t>**  WATER WASH LEAD FREE PROCESS **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Box 272">
            <a:extLst>
              <a:ext uri="{FF2B5EF4-FFF2-40B4-BE49-F238E27FC236}">
                <a16:creationId xmlns:a16="http://schemas.microsoft.com/office/drawing/2014/main" id="{6480C680-6156-4061-982A-288BF4CF6F0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1" name="Group 986">
            <a:extLst>
              <a:ext uri="{FF2B5EF4-FFF2-40B4-BE49-F238E27FC236}">
                <a16:creationId xmlns:a16="http://schemas.microsoft.com/office/drawing/2014/main" id="{1B0B8BD5-E944-43E2-B515-B6282DAEAD8F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9600"/>
          <a:ext cx="3344863" cy="363538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06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7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ectangle 1104">
            <a:extLst>
              <a:ext uri="{FF2B5EF4-FFF2-40B4-BE49-F238E27FC236}">
                <a16:creationId xmlns:a16="http://schemas.microsoft.com/office/drawing/2014/main" id="{BF3D24AB-6779-4065-985B-1619B2B0BBA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5138" y="10042525"/>
            <a:ext cx="10423525" cy="2667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 FREE PROCESS</a:t>
            </a:r>
          </a:p>
        </p:txBody>
      </p:sp>
      <p:pic>
        <p:nvPicPr>
          <p:cNvPr id="5175" name="Picture 1136">
            <a:extLst>
              <a:ext uri="{FF2B5EF4-FFF2-40B4-BE49-F238E27FC236}">
                <a16:creationId xmlns:a16="http://schemas.microsoft.com/office/drawing/2014/main" id="{4D9C9CE4-0800-4769-AF22-1CE543B2DD0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459788"/>
            <a:ext cx="906462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0">
            <a:extLst>
              <a:ext uri="{FF2B5EF4-FFF2-40B4-BE49-F238E27FC236}">
                <a16:creationId xmlns:a16="http://schemas.microsoft.com/office/drawing/2014/main" id="{BEB0FA82-379A-4D10-8BDD-84B08807719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6725" y="9944100"/>
            <a:ext cx="10423525" cy="368300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/>
              <a:t>LEAD FREE – WATER WASH PROCESS</a:t>
            </a: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48A19987-281E-4571-AE6D-6E0623A6DF3B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/>
              <a:t>LEAD FREE – WATER WASH PROCESS</a:t>
            </a: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05C69D17-3667-4469-997F-3BF967359187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64812" y="4659313"/>
            <a:ext cx="7745413" cy="3698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/>
              <a:t>LEAD FREE – WATER WASH PROCESS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D6FB00DF-BB6D-46BD-9CFB-52381AF8043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/>
              <a:t>LEAD FREE – WATER WASH PROCESS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89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175A76EC-63E0-431A-8BC5-5387871578C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CFEABD76-DEEA-4002-BD94-4D5712C1BD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DEE685C-F60E-4054-B65D-F4BF0D5DD3E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8904BA9A-1C2A-4FA8-9D7D-E0543E286FB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9" name="Group 1135">
            <a:extLst>
              <a:ext uri="{FF2B5EF4-FFF2-40B4-BE49-F238E27FC236}">
                <a16:creationId xmlns:a16="http://schemas.microsoft.com/office/drawing/2014/main" id="{2D83D4AF-821C-4D7F-9301-A623E348E54D}"/>
              </a:ext>
            </a:extLst>
          </p:cNvPr>
          <p:cNvGraphicFramePr>
            <a:graphicFrameLocks noGrp="1"/>
          </p:cNvGraphicFramePr>
          <p:nvPr/>
        </p:nvGraphicFramePr>
        <p:xfrm>
          <a:off x="10899775" y="8477250"/>
          <a:ext cx="3732213" cy="183197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9238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38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**  GENERAL LEAD FREE PROCESS  **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Box 272">
            <a:extLst>
              <a:ext uri="{FF2B5EF4-FFF2-40B4-BE49-F238E27FC236}">
                <a16:creationId xmlns:a16="http://schemas.microsoft.com/office/drawing/2014/main" id="{DDBEF39D-51D3-4BBE-8463-3C3D08BE1AE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1" name="Group 986">
            <a:extLst>
              <a:ext uri="{FF2B5EF4-FFF2-40B4-BE49-F238E27FC236}">
                <a16:creationId xmlns:a16="http://schemas.microsoft.com/office/drawing/2014/main" id="{91827005-D26A-4959-BD6A-80DCB427AB07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9600"/>
          <a:ext cx="3344863" cy="328613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9149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46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ectangle 1104">
            <a:extLst>
              <a:ext uri="{FF2B5EF4-FFF2-40B4-BE49-F238E27FC236}">
                <a16:creationId xmlns:a16="http://schemas.microsoft.com/office/drawing/2014/main" id="{6F4C5E16-B72C-40AA-8044-EC8E1E4E34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5138" y="10042525"/>
            <a:ext cx="10423525" cy="2667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 FREE PROCESS</a:t>
            </a:r>
          </a:p>
        </p:txBody>
      </p:sp>
      <p:sp>
        <p:nvSpPr>
          <p:cNvPr id="13" name="Rectangle 1107">
            <a:extLst>
              <a:ext uri="{FF2B5EF4-FFF2-40B4-BE49-F238E27FC236}">
                <a16:creationId xmlns:a16="http://schemas.microsoft.com/office/drawing/2014/main" id="{89A0A26D-B143-4339-8D51-65CCAEF39C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6725" y="608013"/>
            <a:ext cx="10826750" cy="3302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FREE PROCESS</a:t>
            </a:r>
          </a:p>
        </p:txBody>
      </p:sp>
      <p:sp>
        <p:nvSpPr>
          <p:cNvPr id="14" name="Rectangle 1109">
            <a:extLst>
              <a:ext uri="{FF2B5EF4-FFF2-40B4-BE49-F238E27FC236}">
                <a16:creationId xmlns:a16="http://schemas.microsoft.com/office/drawing/2014/main" id="{D06715DB-C113-40E6-BB46-EDB70897B027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-3921124" y="5324475"/>
            <a:ext cx="9105900" cy="339725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FREE PROCESS</a:t>
            </a:r>
          </a:p>
        </p:txBody>
      </p:sp>
      <p:sp>
        <p:nvSpPr>
          <p:cNvPr id="15" name="Rectangle 1110">
            <a:extLst>
              <a:ext uri="{FF2B5EF4-FFF2-40B4-BE49-F238E27FC236}">
                <a16:creationId xmlns:a16="http://schemas.microsoft.com/office/drawing/2014/main" id="{BAD47FF0-C85C-4F12-A5A4-59622B689757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10577513" y="4692650"/>
            <a:ext cx="7778750" cy="2921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FREE PROCESS</a:t>
            </a:r>
          </a:p>
        </p:txBody>
      </p:sp>
      <p:pic>
        <p:nvPicPr>
          <p:cNvPr id="6201" name="Picture 1136">
            <a:extLst>
              <a:ext uri="{FF2B5EF4-FFF2-40B4-BE49-F238E27FC236}">
                <a16:creationId xmlns:a16="http://schemas.microsoft.com/office/drawing/2014/main" id="{E23A9B13-0393-4424-B36F-D9899DAE1B8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459788"/>
            <a:ext cx="906462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Rectangle 906">
            <a:extLst>
              <a:ext uri="{FF2B5EF4-FFF2-40B4-BE49-F238E27FC236}">
                <a16:creationId xmlns:a16="http://schemas.microsoft.com/office/drawing/2014/main" id="{AE340399-9072-4084-97E9-AECC0AB6136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</a:t>
            </a: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Confidential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90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06">
            <a:extLst>
              <a:ext uri="{FF2B5EF4-FFF2-40B4-BE49-F238E27FC236}">
                <a16:creationId xmlns:a16="http://schemas.microsoft.com/office/drawing/2014/main" id="{7EAB82E4-F618-47B0-B54A-BDB00A67721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</a:t>
            </a: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Confidential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6A190D3C-8383-45FC-B2AE-9469113C35D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14" name="Text Box 4">
            <a:extLst>
              <a:ext uri="{FF2B5EF4-FFF2-40B4-BE49-F238E27FC236}">
                <a16:creationId xmlns:a16="http://schemas.microsoft.com/office/drawing/2014/main" id="{5C53142D-F72A-48AB-945E-5AA17099D4C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15" name="Group 1135">
            <a:extLst>
              <a:ext uri="{FF2B5EF4-FFF2-40B4-BE49-F238E27FC236}">
                <a16:creationId xmlns:a16="http://schemas.microsoft.com/office/drawing/2014/main" id="{47B337C9-5B85-47D9-84DB-F0DD137EAF34}"/>
              </a:ext>
            </a:extLst>
          </p:cNvPr>
          <p:cNvGraphicFramePr>
            <a:graphicFrameLocks noGrp="1"/>
          </p:cNvGraphicFramePr>
          <p:nvPr/>
        </p:nvGraphicFramePr>
        <p:xfrm>
          <a:off x="10048875" y="8474075"/>
          <a:ext cx="4573588" cy="1833563"/>
        </p:xfrm>
        <a:graphic>
          <a:graphicData uri="http://schemas.openxmlformats.org/drawingml/2006/table">
            <a:tbl>
              <a:tblPr/>
              <a:tblGrid>
                <a:gridCol w="1104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3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7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21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12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91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34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72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918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35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7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37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35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7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35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8461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84" marB="18284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84" marB="18284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** LOW TEMP. NON CLEAN LEAD FREE PROCESS**</a:t>
                      </a:r>
                    </a:p>
                  </a:txBody>
                  <a:tcPr marL="45720" marR="45720" marT="18284" marB="18284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6" name="Text Box 272">
            <a:extLst>
              <a:ext uri="{FF2B5EF4-FFF2-40B4-BE49-F238E27FC236}">
                <a16:creationId xmlns:a16="http://schemas.microsoft.com/office/drawing/2014/main" id="{93EBE38C-72B4-4914-BCBD-C4219B32A1A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7" name="Group 986">
            <a:extLst>
              <a:ext uri="{FF2B5EF4-FFF2-40B4-BE49-F238E27FC236}">
                <a16:creationId xmlns:a16="http://schemas.microsoft.com/office/drawing/2014/main" id="{B652760E-C872-420D-9A77-9B0B1D12332E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9600"/>
          <a:ext cx="3344863" cy="363538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06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7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221" name="Picture 1136">
            <a:extLst>
              <a:ext uri="{FF2B5EF4-FFF2-40B4-BE49-F238E27FC236}">
                <a16:creationId xmlns:a16="http://schemas.microsoft.com/office/drawing/2014/main" id="{96FCEC70-59A0-4059-AB7C-7BEA36E557D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1738" y="8521700"/>
            <a:ext cx="906462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0">
            <a:extLst>
              <a:ext uri="{FF2B5EF4-FFF2-40B4-BE49-F238E27FC236}">
                <a16:creationId xmlns:a16="http://schemas.microsoft.com/office/drawing/2014/main" id="{67681AA2-303E-4C22-A1C9-AFDCDB633F2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4025" y="9945688"/>
            <a:ext cx="9586913" cy="368300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  <p:sp>
        <p:nvSpPr>
          <p:cNvPr id="21" name="TextBox 11">
            <a:extLst>
              <a:ext uri="{FF2B5EF4-FFF2-40B4-BE49-F238E27FC236}">
                <a16:creationId xmlns:a16="http://schemas.microsoft.com/office/drawing/2014/main" id="{E633EDCB-A771-49F9-958E-A82B4B2FD00F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  <p:sp>
        <p:nvSpPr>
          <p:cNvPr id="22" name="TextBox 12">
            <a:extLst>
              <a:ext uri="{FF2B5EF4-FFF2-40B4-BE49-F238E27FC236}">
                <a16:creationId xmlns:a16="http://schemas.microsoft.com/office/drawing/2014/main" id="{516344A7-0768-4474-90A5-4FC80E47F662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64812" y="4659313"/>
            <a:ext cx="7745413" cy="369888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  <p:sp>
        <p:nvSpPr>
          <p:cNvPr id="23" name="TextBox 9">
            <a:extLst>
              <a:ext uri="{FF2B5EF4-FFF2-40B4-BE49-F238E27FC236}">
                <a16:creationId xmlns:a16="http://schemas.microsoft.com/office/drawing/2014/main" id="{DAAA41B0-FE7A-462E-92AB-559E5935FB5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91" r:id="rId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06">
            <a:extLst>
              <a:ext uri="{FF2B5EF4-FFF2-40B4-BE49-F238E27FC236}">
                <a16:creationId xmlns:a16="http://schemas.microsoft.com/office/drawing/2014/main" id="{701D5FD1-BA37-4FE0-A9AE-A0E11F5A948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</a:t>
            </a: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Confidential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06D80AD-E386-4366-B50F-1CD04674D8C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63A8AC85-81D1-48AB-8BB6-D3081F06FA1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10" name="Group 1135">
            <a:extLst>
              <a:ext uri="{FF2B5EF4-FFF2-40B4-BE49-F238E27FC236}">
                <a16:creationId xmlns:a16="http://schemas.microsoft.com/office/drawing/2014/main" id="{11E441E4-053A-4468-9231-0CA309F68A55}"/>
              </a:ext>
            </a:extLst>
          </p:cNvPr>
          <p:cNvGraphicFramePr>
            <a:graphicFrameLocks noGrp="1"/>
          </p:cNvGraphicFramePr>
          <p:nvPr/>
        </p:nvGraphicFramePr>
        <p:xfrm>
          <a:off x="10058400" y="8477250"/>
          <a:ext cx="4573588" cy="1831975"/>
        </p:xfrm>
        <a:graphic>
          <a:graphicData uri="http://schemas.openxmlformats.org/drawingml/2006/table">
            <a:tbl>
              <a:tblPr/>
              <a:tblGrid>
                <a:gridCol w="1104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3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7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21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12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91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34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72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9238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38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** LOW TEMP. NON CLEAN LEAD FREE PROCESS**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Text Box 272">
            <a:extLst>
              <a:ext uri="{FF2B5EF4-FFF2-40B4-BE49-F238E27FC236}">
                <a16:creationId xmlns:a16="http://schemas.microsoft.com/office/drawing/2014/main" id="{7F024667-4BE3-4CCA-B2C6-2EE24CE4297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2" name="Group 986">
            <a:extLst>
              <a:ext uri="{FF2B5EF4-FFF2-40B4-BE49-F238E27FC236}">
                <a16:creationId xmlns:a16="http://schemas.microsoft.com/office/drawing/2014/main" id="{5D778DDF-A38F-4FB8-9C65-3B6637290E5F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9600"/>
          <a:ext cx="3344863" cy="363538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06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7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Rectangle 1104">
            <a:extLst>
              <a:ext uri="{FF2B5EF4-FFF2-40B4-BE49-F238E27FC236}">
                <a16:creationId xmlns:a16="http://schemas.microsoft.com/office/drawing/2014/main" id="{7D768179-324D-4FDD-AD2C-C6A782B49BE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5138" y="10042525"/>
            <a:ext cx="10423525" cy="2667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 FREE PROCESS</a:t>
            </a:r>
          </a:p>
        </p:txBody>
      </p:sp>
      <p:pic>
        <p:nvPicPr>
          <p:cNvPr id="8246" name="Picture 1136">
            <a:extLst>
              <a:ext uri="{FF2B5EF4-FFF2-40B4-BE49-F238E27FC236}">
                <a16:creationId xmlns:a16="http://schemas.microsoft.com/office/drawing/2014/main" id="{9A8CDF7C-500F-4067-8FA2-F04F6A88B72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1738" y="8459788"/>
            <a:ext cx="906462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0">
            <a:extLst>
              <a:ext uri="{FF2B5EF4-FFF2-40B4-BE49-F238E27FC236}">
                <a16:creationId xmlns:a16="http://schemas.microsoft.com/office/drawing/2014/main" id="{96D0431C-B002-444C-A9A3-A69483BA7E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71488" y="9926638"/>
            <a:ext cx="9586912" cy="368300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78DA747E-6F3B-4D4A-805A-89693E13D805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A5E68235-28DC-4AAC-9288-37B0E962FBAC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64812" y="4659313"/>
            <a:ext cx="7745413" cy="369888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54451FF1-FA25-4FA8-9AF9-9FBC1692ED9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805" r:id="rId1"/>
  </p:sldLayoutIdLst>
  <p:hf hdr="0"/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5FEA8C24-00C8-46C4-BDE1-759B4DCE692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8F9B5AA2-D3CD-4ED9-BD51-09AA4B30C68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8F05375-6EDB-4BF6-AAFC-90D4DC84171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054F60C9-F324-4EE5-B397-0F6409E4662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9" name="Group 905">
            <a:extLst>
              <a:ext uri="{FF2B5EF4-FFF2-40B4-BE49-F238E27FC236}">
                <a16:creationId xmlns:a16="http://schemas.microsoft.com/office/drawing/2014/main" id="{1FCB6CF3-98B4-4F22-B987-FBCFA9FB93E6}"/>
              </a:ext>
            </a:extLst>
          </p:cNvPr>
          <p:cNvGraphicFramePr>
            <a:graphicFrameLocks noGrp="1"/>
          </p:cNvGraphicFramePr>
          <p:nvPr/>
        </p:nvGraphicFramePr>
        <p:xfrm>
          <a:off x="10895013" y="8483600"/>
          <a:ext cx="3732212" cy="18256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900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4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5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8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2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517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0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**  GENERAL  **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Box 272">
            <a:extLst>
              <a:ext uri="{FF2B5EF4-FFF2-40B4-BE49-F238E27FC236}">
                <a16:creationId xmlns:a16="http://schemas.microsoft.com/office/drawing/2014/main" id="{BF07DFB3-5538-4E60-AE83-B9A925883D3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pic>
        <p:nvPicPr>
          <p:cNvPr id="9258" name="Picture 631">
            <a:extLst>
              <a:ext uri="{FF2B5EF4-FFF2-40B4-BE49-F238E27FC236}">
                <a16:creationId xmlns:a16="http://schemas.microsoft.com/office/drawing/2014/main" id="{EEDA8F83-4991-4403-BA94-C1740B0B7B2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6288" y="8526463"/>
            <a:ext cx="931862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633">
            <a:extLst>
              <a:ext uri="{FF2B5EF4-FFF2-40B4-BE49-F238E27FC236}">
                <a16:creationId xmlns:a16="http://schemas.microsoft.com/office/drawing/2014/main" id="{C32B27F3-CB25-4541-A2CF-B95EBC4FB03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13" name="Text Box 677">
            <a:extLst>
              <a:ext uri="{FF2B5EF4-FFF2-40B4-BE49-F238E27FC236}">
                <a16:creationId xmlns:a16="http://schemas.microsoft.com/office/drawing/2014/main" id="{3D5B7955-897B-476C-80FF-F53BB4C349D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sp>
        <p:nvSpPr>
          <p:cNvPr id="14" name="Rectangle 813">
            <a:extLst>
              <a:ext uri="{FF2B5EF4-FFF2-40B4-BE49-F238E27FC236}">
                <a16:creationId xmlns:a16="http://schemas.microsoft.com/office/drawing/2014/main" id="{4DBEAB24-89DC-43C0-AE62-6420613D1BC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15" name="Text Box 857">
            <a:extLst>
              <a:ext uri="{FF2B5EF4-FFF2-40B4-BE49-F238E27FC236}">
                <a16:creationId xmlns:a16="http://schemas.microsoft.com/office/drawing/2014/main" id="{9A6D99B7-5FEF-4227-953C-664C84F5E2A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6" name="Group 760">
            <a:extLst>
              <a:ext uri="{FF2B5EF4-FFF2-40B4-BE49-F238E27FC236}">
                <a16:creationId xmlns:a16="http://schemas.microsoft.com/office/drawing/2014/main" id="{5E375E2A-C31B-4734-8984-1EEFA7231B89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1663"/>
          <a:ext cx="3344863" cy="346075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5950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125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TextBox 89">
            <a:extLst>
              <a:ext uri="{FF2B5EF4-FFF2-40B4-BE49-F238E27FC236}">
                <a16:creationId xmlns:a16="http://schemas.microsoft.com/office/drawing/2014/main" id="{BE06F462-8FA8-4790-BBE1-1D86204D8BD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76013" y="947738"/>
            <a:ext cx="3346450" cy="461962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400"/>
              <a:t>MEDICAL PRODUCT</a:t>
            </a:r>
          </a:p>
        </p:txBody>
      </p:sp>
      <p:sp>
        <p:nvSpPr>
          <p:cNvPr id="18" name="Rectangle 906">
            <a:extLst>
              <a:ext uri="{FF2B5EF4-FFF2-40B4-BE49-F238E27FC236}">
                <a16:creationId xmlns:a16="http://schemas.microsoft.com/office/drawing/2014/main" id="{AAFA54F2-41A1-4253-9B11-9D495211DBE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Confidential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92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E487F079-C5F9-4876-80E8-C938DCDE9E0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DFE11257-4D17-4F5A-9153-C911186669A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8C7F024-976B-44AC-A799-EF214F797B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A29C406D-8BF7-4EE9-8965-38502589305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sp>
        <p:nvSpPr>
          <p:cNvPr id="9" name="Text Box 272">
            <a:extLst>
              <a:ext uri="{FF2B5EF4-FFF2-40B4-BE49-F238E27FC236}">
                <a16:creationId xmlns:a16="http://schemas.microsoft.com/office/drawing/2014/main" id="{3BFA466B-DA5E-49F5-B502-FBA53A464C6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pic>
        <p:nvPicPr>
          <p:cNvPr id="10246" name="Picture 1116">
            <a:extLst>
              <a:ext uri="{FF2B5EF4-FFF2-40B4-BE49-F238E27FC236}">
                <a16:creationId xmlns:a16="http://schemas.microsoft.com/office/drawing/2014/main" id="{0D5C1762-3F88-4114-91EA-C8F25E20242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548688"/>
            <a:ext cx="942975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id="{354AA676-184F-456A-AD22-85F37554C79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BC4BAD27-E1A1-4003-8D8F-B3A8D37EF2F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6725" y="9944100"/>
            <a:ext cx="10423525" cy="368300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02FCDA64-C445-4689-AF76-6389FDB8415F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DB6EA6AF-4811-486F-A265-2CF96E30076C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41794" y="4682331"/>
            <a:ext cx="7791450" cy="369888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graphicFrame>
        <p:nvGraphicFramePr>
          <p:cNvPr id="15" name="Group 905">
            <a:extLst>
              <a:ext uri="{FF2B5EF4-FFF2-40B4-BE49-F238E27FC236}">
                <a16:creationId xmlns:a16="http://schemas.microsoft.com/office/drawing/2014/main" id="{E6920301-F399-45BC-A870-40420AFF653B}"/>
              </a:ext>
            </a:extLst>
          </p:cNvPr>
          <p:cNvGraphicFramePr>
            <a:graphicFrameLocks noGrp="1"/>
          </p:cNvGraphicFramePr>
          <p:nvPr/>
        </p:nvGraphicFramePr>
        <p:xfrm>
          <a:off x="10895013" y="8489950"/>
          <a:ext cx="3732212" cy="18256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900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4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5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8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2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517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0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**  NON CLEAN PROCESS **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6" name="Group 760">
            <a:extLst>
              <a:ext uri="{FF2B5EF4-FFF2-40B4-BE49-F238E27FC236}">
                <a16:creationId xmlns:a16="http://schemas.microsoft.com/office/drawing/2014/main" id="{84F0288D-1A3C-42E4-ABA1-2CAEDC8239CC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598488"/>
          <a:ext cx="3344863" cy="374650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30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346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TextBox 89">
            <a:extLst>
              <a:ext uri="{FF2B5EF4-FFF2-40B4-BE49-F238E27FC236}">
                <a16:creationId xmlns:a16="http://schemas.microsoft.com/office/drawing/2014/main" id="{50977C1B-3AA0-4D19-8CFB-67F4083E7DF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80775" y="981075"/>
            <a:ext cx="3346450" cy="461963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400"/>
              <a:t>MEDICAL PRODUCT</a:t>
            </a:r>
          </a:p>
        </p:txBody>
      </p:sp>
      <p:sp>
        <p:nvSpPr>
          <p:cNvPr id="18" name="Rectangle 906">
            <a:extLst>
              <a:ext uri="{FF2B5EF4-FFF2-40B4-BE49-F238E27FC236}">
                <a16:creationId xmlns:a16="http://schemas.microsoft.com/office/drawing/2014/main" id="{C01BAF2C-0102-40E7-8C56-5FC269AA6CD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Confidential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93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49073933-E854-4F9A-BBD1-EF19D8EADFC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E4DB7B8C-05B2-4836-9852-3E4E82DE1C6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73CDE9A-E3EA-43A8-BD00-89A50CC517B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A5392E34-AA1C-44D9-8F1F-1AB5451DE45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sp>
        <p:nvSpPr>
          <p:cNvPr id="9" name="Text Box 272">
            <a:extLst>
              <a:ext uri="{FF2B5EF4-FFF2-40B4-BE49-F238E27FC236}">
                <a16:creationId xmlns:a16="http://schemas.microsoft.com/office/drawing/2014/main" id="{E0D1A0FD-C35A-4B44-B4FE-2E7F033A82E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pic>
        <p:nvPicPr>
          <p:cNvPr id="11270" name="Picture 1116">
            <a:extLst>
              <a:ext uri="{FF2B5EF4-FFF2-40B4-BE49-F238E27FC236}">
                <a16:creationId xmlns:a16="http://schemas.microsoft.com/office/drawing/2014/main" id="{9E768D3E-FA3D-4F14-AE08-27F870463FE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548688"/>
            <a:ext cx="942975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id="{32F24F35-0B8B-42DB-90CA-BD33571107C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6425"/>
            <a:ext cx="10809288" cy="369888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3BCC4923-F206-42A6-B30E-20DB73CBE8D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5613" y="9936163"/>
            <a:ext cx="10442575" cy="369887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AAAB307D-282C-4C70-8A7B-D8E253345738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39369" y="5274469"/>
            <a:ext cx="8963025" cy="369888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0198D74B-F884-41D9-86AB-B9D278EEBF5E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44175" y="4694238"/>
            <a:ext cx="7791450" cy="368300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graphicFrame>
        <p:nvGraphicFramePr>
          <p:cNvPr id="15" name="Group 905">
            <a:extLst>
              <a:ext uri="{FF2B5EF4-FFF2-40B4-BE49-F238E27FC236}">
                <a16:creationId xmlns:a16="http://schemas.microsoft.com/office/drawing/2014/main" id="{5C7F5AF8-C213-47E0-957E-A4FF1107E38C}"/>
              </a:ext>
            </a:extLst>
          </p:cNvPr>
          <p:cNvGraphicFramePr>
            <a:graphicFrameLocks noGrp="1"/>
          </p:cNvGraphicFramePr>
          <p:nvPr/>
        </p:nvGraphicFramePr>
        <p:xfrm>
          <a:off x="10895013" y="8485188"/>
          <a:ext cx="3732212" cy="18256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900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4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5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8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2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517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0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</a:rPr>
                        <a:t>**  WATER WASH PROCESS **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6" name="Group 760">
            <a:extLst>
              <a:ext uri="{FF2B5EF4-FFF2-40B4-BE49-F238E27FC236}">
                <a16:creationId xmlns:a16="http://schemas.microsoft.com/office/drawing/2014/main" id="{EF1A1F79-B417-4BEF-8365-BB7E1E756C65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15950"/>
          <a:ext cx="3344863" cy="361950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479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471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TextBox 89">
            <a:extLst>
              <a:ext uri="{FF2B5EF4-FFF2-40B4-BE49-F238E27FC236}">
                <a16:creationId xmlns:a16="http://schemas.microsoft.com/office/drawing/2014/main" id="{61E4AEA9-1B16-4469-AA57-804E77C0A98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79188" y="977900"/>
            <a:ext cx="3346450" cy="461963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400"/>
              <a:t>MEDICAL PRODUCT</a:t>
            </a:r>
          </a:p>
        </p:txBody>
      </p:sp>
      <p:sp>
        <p:nvSpPr>
          <p:cNvPr id="18" name="Rectangle 906">
            <a:extLst>
              <a:ext uri="{FF2B5EF4-FFF2-40B4-BE49-F238E27FC236}">
                <a16:creationId xmlns:a16="http://schemas.microsoft.com/office/drawing/2014/main" id="{34CF3C14-FB5E-4B20-A727-DCA4F77EBEE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Confidential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94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BBB28D39-2EE9-4C9B-AE01-4B3BFB4A907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33ECFFCF-6A9E-4771-89D0-746BBA5E9F4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691B80C-B6D0-4650-A67F-052942F0F3B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571E28C7-DF75-48E0-B19D-6D1D5CF4CDD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60300" y="103409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9" name="Group 1135">
            <a:extLst>
              <a:ext uri="{FF2B5EF4-FFF2-40B4-BE49-F238E27FC236}">
                <a16:creationId xmlns:a16="http://schemas.microsoft.com/office/drawing/2014/main" id="{97020450-6269-460E-B216-0FD44FDC74A0}"/>
              </a:ext>
            </a:extLst>
          </p:cNvPr>
          <p:cNvGraphicFramePr>
            <a:graphicFrameLocks noGrp="1"/>
          </p:cNvGraphicFramePr>
          <p:nvPr/>
        </p:nvGraphicFramePr>
        <p:xfrm>
          <a:off x="10899775" y="8477250"/>
          <a:ext cx="3732213" cy="183197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9238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38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**  NON CLEAN LEAD FREE PROCESS **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Box 272">
            <a:extLst>
              <a:ext uri="{FF2B5EF4-FFF2-40B4-BE49-F238E27FC236}">
                <a16:creationId xmlns:a16="http://schemas.microsoft.com/office/drawing/2014/main" id="{B465F094-AA20-49A9-A67F-24BD0386A2C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1" name="Group 986">
            <a:extLst>
              <a:ext uri="{FF2B5EF4-FFF2-40B4-BE49-F238E27FC236}">
                <a16:creationId xmlns:a16="http://schemas.microsoft.com/office/drawing/2014/main" id="{004FD0C1-D81B-4789-BAC9-8192B334A0D5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9600"/>
          <a:ext cx="3344863" cy="363538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06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7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ectangle 1104">
            <a:extLst>
              <a:ext uri="{FF2B5EF4-FFF2-40B4-BE49-F238E27FC236}">
                <a16:creationId xmlns:a16="http://schemas.microsoft.com/office/drawing/2014/main" id="{46E8E577-CD0A-490B-BAC7-412EEFAF508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5138" y="10042525"/>
            <a:ext cx="10423525" cy="2667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 FREE PROCESS</a:t>
            </a:r>
          </a:p>
        </p:txBody>
      </p:sp>
      <p:pic>
        <p:nvPicPr>
          <p:cNvPr id="12342" name="Picture 1136">
            <a:extLst>
              <a:ext uri="{FF2B5EF4-FFF2-40B4-BE49-F238E27FC236}">
                <a16:creationId xmlns:a16="http://schemas.microsoft.com/office/drawing/2014/main" id="{3460C3F7-5956-44A5-9310-7A75572C5E7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459788"/>
            <a:ext cx="906462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0">
            <a:extLst>
              <a:ext uri="{FF2B5EF4-FFF2-40B4-BE49-F238E27FC236}">
                <a16:creationId xmlns:a16="http://schemas.microsoft.com/office/drawing/2014/main" id="{C0578FCA-83F3-41A6-929E-05EA2FA1189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6725" y="9944100"/>
            <a:ext cx="10423525" cy="3683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FBBF3094-3346-424B-970D-2264749F4A1F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348125AF-00DD-4234-9D30-EE8D941ED3F4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64812" y="4659313"/>
            <a:ext cx="7745413" cy="369888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79E76DE0-5475-44D2-95A9-EF91E11DBCC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8" name="TextBox 89">
            <a:extLst>
              <a:ext uri="{FF2B5EF4-FFF2-40B4-BE49-F238E27FC236}">
                <a16:creationId xmlns:a16="http://schemas.microsoft.com/office/drawing/2014/main" id="{714EC211-E8A9-49CB-9D8E-81127FC586B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68075" y="981075"/>
            <a:ext cx="3346450" cy="461963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400"/>
              <a:t>MEDICAL PRODUCT</a:t>
            </a:r>
          </a:p>
        </p:txBody>
      </p:sp>
      <p:sp>
        <p:nvSpPr>
          <p:cNvPr id="19" name="Rectangle 906">
            <a:extLst>
              <a:ext uri="{FF2B5EF4-FFF2-40B4-BE49-F238E27FC236}">
                <a16:creationId xmlns:a16="http://schemas.microsoft.com/office/drawing/2014/main" id="{35166AE8-3C82-41CD-9F80-9049193D505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Confidential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95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B10F39D0-26E8-48FA-92C6-0A4C9E58A83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55623169-3AD2-48C0-A63D-6F2212EF8EC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D1278F9-0971-4478-A907-0CAA6EA772D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FD4FC7CB-BD91-42A0-8040-C638AC123F6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9" name="Group 1135">
            <a:extLst>
              <a:ext uri="{FF2B5EF4-FFF2-40B4-BE49-F238E27FC236}">
                <a16:creationId xmlns:a16="http://schemas.microsoft.com/office/drawing/2014/main" id="{B75D91D5-B110-4C32-B372-8ACA00960813}"/>
              </a:ext>
            </a:extLst>
          </p:cNvPr>
          <p:cNvGraphicFramePr>
            <a:graphicFrameLocks noGrp="1"/>
          </p:cNvGraphicFramePr>
          <p:nvPr/>
        </p:nvGraphicFramePr>
        <p:xfrm>
          <a:off x="10899775" y="8477250"/>
          <a:ext cx="3732213" cy="183197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9238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38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</a:rPr>
                        <a:t>**  WATER WASH LEAD FREE PROCESS **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Box 272">
            <a:extLst>
              <a:ext uri="{FF2B5EF4-FFF2-40B4-BE49-F238E27FC236}">
                <a16:creationId xmlns:a16="http://schemas.microsoft.com/office/drawing/2014/main" id="{4BAA4C06-0746-40E2-8D04-E162ABABA76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1" name="Group 986">
            <a:extLst>
              <a:ext uri="{FF2B5EF4-FFF2-40B4-BE49-F238E27FC236}">
                <a16:creationId xmlns:a16="http://schemas.microsoft.com/office/drawing/2014/main" id="{8E0008D3-EFBC-4CB4-94E5-5FF3669B61EA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9600"/>
          <a:ext cx="3344863" cy="363538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06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7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ectangle 1104">
            <a:extLst>
              <a:ext uri="{FF2B5EF4-FFF2-40B4-BE49-F238E27FC236}">
                <a16:creationId xmlns:a16="http://schemas.microsoft.com/office/drawing/2014/main" id="{A73BA22E-1ACD-4CDC-A694-43A78F2514E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5138" y="10042525"/>
            <a:ext cx="10423525" cy="2667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 FREE PROCESS</a:t>
            </a:r>
          </a:p>
        </p:txBody>
      </p:sp>
      <p:pic>
        <p:nvPicPr>
          <p:cNvPr id="13366" name="Picture 1136">
            <a:extLst>
              <a:ext uri="{FF2B5EF4-FFF2-40B4-BE49-F238E27FC236}">
                <a16:creationId xmlns:a16="http://schemas.microsoft.com/office/drawing/2014/main" id="{141D689D-2256-4D6C-BE99-06F467BB2D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459788"/>
            <a:ext cx="906462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0">
            <a:extLst>
              <a:ext uri="{FF2B5EF4-FFF2-40B4-BE49-F238E27FC236}">
                <a16:creationId xmlns:a16="http://schemas.microsoft.com/office/drawing/2014/main" id="{79426DFA-5950-4F2B-BC22-4B2AD5F469B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6725" y="9944100"/>
            <a:ext cx="10423525" cy="368300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/>
              <a:t>LEAD FREE – WATER WASH PROCESS</a:t>
            </a: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92AE2A97-B8FE-4D94-ABF4-E23441CDD51F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/>
              <a:t>LEAD FREE – WATER WASH PROCESS</a:t>
            </a: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4F13533A-FB87-4610-BB1D-B89EA7D4DFB9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64812" y="4659313"/>
            <a:ext cx="7745413" cy="3698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/>
              <a:t>LEAD FREE – WATER WASH PROCESS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003053DC-02EC-4ACB-8D40-973BE0BD8F1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/>
              <a:t>LEAD FREE – WATER WASH PROCESS</a:t>
            </a:r>
          </a:p>
        </p:txBody>
      </p:sp>
      <p:sp>
        <p:nvSpPr>
          <p:cNvPr id="18" name="TextBox 89">
            <a:extLst>
              <a:ext uri="{FF2B5EF4-FFF2-40B4-BE49-F238E27FC236}">
                <a16:creationId xmlns:a16="http://schemas.microsoft.com/office/drawing/2014/main" id="{DF7E3146-AD91-422B-9CCE-0AFB2B9EAEC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68075" y="981075"/>
            <a:ext cx="3346450" cy="461963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400"/>
              <a:t>MEDICAL PRODUCT</a:t>
            </a:r>
          </a:p>
        </p:txBody>
      </p:sp>
      <p:sp>
        <p:nvSpPr>
          <p:cNvPr id="19" name="Rectangle 906">
            <a:extLst>
              <a:ext uri="{FF2B5EF4-FFF2-40B4-BE49-F238E27FC236}">
                <a16:creationId xmlns:a16="http://schemas.microsoft.com/office/drawing/2014/main" id="{A0F513AD-DB60-4205-B64C-72C5D555298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96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397D7D08-B9D0-4FC5-95C7-C89849A6208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A426E736-1F96-4935-ACF5-983A7BBBAA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6F1CB03-638F-4AD0-8FF2-294A21669E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643A4FF0-FA9D-4C42-A5F0-44675012BE2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9" name="Group 1135">
            <a:extLst>
              <a:ext uri="{FF2B5EF4-FFF2-40B4-BE49-F238E27FC236}">
                <a16:creationId xmlns:a16="http://schemas.microsoft.com/office/drawing/2014/main" id="{A2DB8581-A72A-48B6-9A86-373A3D5E8EA1}"/>
              </a:ext>
            </a:extLst>
          </p:cNvPr>
          <p:cNvGraphicFramePr>
            <a:graphicFrameLocks noGrp="1"/>
          </p:cNvGraphicFramePr>
          <p:nvPr/>
        </p:nvGraphicFramePr>
        <p:xfrm>
          <a:off x="10899775" y="8477250"/>
          <a:ext cx="3732213" cy="183197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9238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38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**  GENERAL LEAD FREE PROCESS  **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Box 272">
            <a:extLst>
              <a:ext uri="{FF2B5EF4-FFF2-40B4-BE49-F238E27FC236}">
                <a16:creationId xmlns:a16="http://schemas.microsoft.com/office/drawing/2014/main" id="{C2E75C7B-BFBC-4C86-B2FD-25ED894C15A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1" name="Group 986">
            <a:extLst>
              <a:ext uri="{FF2B5EF4-FFF2-40B4-BE49-F238E27FC236}">
                <a16:creationId xmlns:a16="http://schemas.microsoft.com/office/drawing/2014/main" id="{C7D58B0A-74E3-4D0E-832C-FE4AF6C0F32B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9600"/>
          <a:ext cx="3344863" cy="328613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9149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46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ectangle 1104">
            <a:extLst>
              <a:ext uri="{FF2B5EF4-FFF2-40B4-BE49-F238E27FC236}">
                <a16:creationId xmlns:a16="http://schemas.microsoft.com/office/drawing/2014/main" id="{DA7534E7-0EC7-4F3E-909D-163C72E1CE1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5138" y="10042525"/>
            <a:ext cx="10423525" cy="2667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 FREE PROCESS</a:t>
            </a:r>
          </a:p>
        </p:txBody>
      </p:sp>
      <p:sp>
        <p:nvSpPr>
          <p:cNvPr id="13" name="Rectangle 1107">
            <a:extLst>
              <a:ext uri="{FF2B5EF4-FFF2-40B4-BE49-F238E27FC236}">
                <a16:creationId xmlns:a16="http://schemas.microsoft.com/office/drawing/2014/main" id="{30C9BA1B-05D5-40AE-A8C4-97CBF255142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6725" y="608013"/>
            <a:ext cx="10826750" cy="3302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FREE PROCESS</a:t>
            </a:r>
          </a:p>
        </p:txBody>
      </p:sp>
      <p:sp>
        <p:nvSpPr>
          <p:cNvPr id="14" name="Rectangle 1109">
            <a:extLst>
              <a:ext uri="{FF2B5EF4-FFF2-40B4-BE49-F238E27FC236}">
                <a16:creationId xmlns:a16="http://schemas.microsoft.com/office/drawing/2014/main" id="{FD7E81F7-3813-45CC-B82F-1141D4872E02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-3921124" y="5324475"/>
            <a:ext cx="9105900" cy="339725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FREE PROCESS</a:t>
            </a:r>
          </a:p>
        </p:txBody>
      </p:sp>
      <p:sp>
        <p:nvSpPr>
          <p:cNvPr id="15" name="Rectangle 1110">
            <a:extLst>
              <a:ext uri="{FF2B5EF4-FFF2-40B4-BE49-F238E27FC236}">
                <a16:creationId xmlns:a16="http://schemas.microsoft.com/office/drawing/2014/main" id="{A236A635-F4E5-4EFD-8DD9-E86A1C012D70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10577513" y="4692650"/>
            <a:ext cx="7778750" cy="2921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FREE PROCESS</a:t>
            </a:r>
          </a:p>
        </p:txBody>
      </p:sp>
      <p:pic>
        <p:nvPicPr>
          <p:cNvPr id="14393" name="Picture 1136">
            <a:extLst>
              <a:ext uri="{FF2B5EF4-FFF2-40B4-BE49-F238E27FC236}">
                <a16:creationId xmlns:a16="http://schemas.microsoft.com/office/drawing/2014/main" id="{A44AE071-0A4A-4E2E-93B5-0DC64E1A82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459788"/>
            <a:ext cx="906462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89">
            <a:extLst>
              <a:ext uri="{FF2B5EF4-FFF2-40B4-BE49-F238E27FC236}">
                <a16:creationId xmlns:a16="http://schemas.microsoft.com/office/drawing/2014/main" id="{E381EC87-66BD-4567-BAAC-C4FEA99E7C0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80775" y="955675"/>
            <a:ext cx="3346450" cy="461963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400"/>
              <a:t>MEDICAL PRODUCT</a:t>
            </a:r>
          </a:p>
        </p:txBody>
      </p:sp>
      <p:sp>
        <p:nvSpPr>
          <p:cNvPr id="18" name="Rectangle 906">
            <a:extLst>
              <a:ext uri="{FF2B5EF4-FFF2-40B4-BE49-F238E27FC236}">
                <a16:creationId xmlns:a16="http://schemas.microsoft.com/office/drawing/2014/main" id="{70C5BE91-FE06-4ACA-A633-8D2BBBD5122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97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225BD5FA-19D1-4548-AEC7-B803E9F166D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16F009F4-11B0-4594-824B-8D8F98841BC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F22E75A-D149-479D-8FCC-C337633C0BD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A465B93B-1391-4F02-AF73-F0C5AFCED45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93638" y="1033462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9" name="Group 905">
            <a:extLst>
              <a:ext uri="{FF2B5EF4-FFF2-40B4-BE49-F238E27FC236}">
                <a16:creationId xmlns:a16="http://schemas.microsoft.com/office/drawing/2014/main" id="{99ADF93A-7A7E-40FC-8F7A-BFB7760CD011}"/>
              </a:ext>
            </a:extLst>
          </p:cNvPr>
          <p:cNvGraphicFramePr>
            <a:graphicFrameLocks noGrp="1"/>
          </p:cNvGraphicFramePr>
          <p:nvPr/>
        </p:nvGraphicFramePr>
        <p:xfrm>
          <a:off x="10895013" y="8483600"/>
          <a:ext cx="3732212" cy="18256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900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4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5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8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2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517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0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**  GENERAL  **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Box 272">
            <a:extLst>
              <a:ext uri="{FF2B5EF4-FFF2-40B4-BE49-F238E27FC236}">
                <a16:creationId xmlns:a16="http://schemas.microsoft.com/office/drawing/2014/main" id="{C9E76D3E-95AC-4E5F-AB93-5197DF53A12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pic>
        <p:nvPicPr>
          <p:cNvPr id="15402" name="Picture 631">
            <a:extLst>
              <a:ext uri="{FF2B5EF4-FFF2-40B4-BE49-F238E27FC236}">
                <a16:creationId xmlns:a16="http://schemas.microsoft.com/office/drawing/2014/main" id="{DD56080E-106B-4F69-81DA-8783CF3751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6288" y="8526463"/>
            <a:ext cx="931862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633">
            <a:extLst>
              <a:ext uri="{FF2B5EF4-FFF2-40B4-BE49-F238E27FC236}">
                <a16:creationId xmlns:a16="http://schemas.microsoft.com/office/drawing/2014/main" id="{EC9AA407-5D60-4F9A-9DEF-BF6424A816B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13" name="Text Box 677">
            <a:extLst>
              <a:ext uri="{FF2B5EF4-FFF2-40B4-BE49-F238E27FC236}">
                <a16:creationId xmlns:a16="http://schemas.microsoft.com/office/drawing/2014/main" id="{FC7E08B7-CD4B-4CB6-B41F-179303B03AD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sp>
        <p:nvSpPr>
          <p:cNvPr id="14" name="Rectangle 813">
            <a:extLst>
              <a:ext uri="{FF2B5EF4-FFF2-40B4-BE49-F238E27FC236}">
                <a16:creationId xmlns:a16="http://schemas.microsoft.com/office/drawing/2014/main" id="{1A652080-7245-46FD-B228-BE1D25328B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15" name="Text Box 857">
            <a:extLst>
              <a:ext uri="{FF2B5EF4-FFF2-40B4-BE49-F238E27FC236}">
                <a16:creationId xmlns:a16="http://schemas.microsoft.com/office/drawing/2014/main" id="{45EDA4F2-DCA0-4A74-AD4C-23055EC0A5C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6" name="Group 760">
            <a:extLst>
              <a:ext uri="{FF2B5EF4-FFF2-40B4-BE49-F238E27FC236}">
                <a16:creationId xmlns:a16="http://schemas.microsoft.com/office/drawing/2014/main" id="{1EC9DBCA-C22A-4180-AA08-A233A04CE56C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1663"/>
          <a:ext cx="3344863" cy="346075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5950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125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TextBox 89">
            <a:extLst>
              <a:ext uri="{FF2B5EF4-FFF2-40B4-BE49-F238E27FC236}">
                <a16:creationId xmlns:a16="http://schemas.microsoft.com/office/drawing/2014/main" id="{46815919-327C-4DD7-8382-4DEB40D45B0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72838" y="950913"/>
            <a:ext cx="3349625" cy="11890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b="1">
                <a:solidFill>
                  <a:schemeClr val="bg1"/>
                </a:solidFill>
              </a:rPr>
              <a:t>IBM PRODUCT</a:t>
            </a:r>
          </a:p>
        </p:txBody>
      </p:sp>
      <p:pic>
        <p:nvPicPr>
          <p:cNvPr id="15419" name="Picture 14">
            <a:extLst>
              <a:ext uri="{FF2B5EF4-FFF2-40B4-BE49-F238E27FC236}">
                <a16:creationId xmlns:a16="http://schemas.microsoft.com/office/drawing/2014/main" id="{7E8679F9-3331-40B6-99B5-36558F887CD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53900" y="1376363"/>
            <a:ext cx="1587500" cy="701675"/>
          </a:xfrm>
          <a:prstGeom prst="rect">
            <a:avLst/>
          </a:prstGeom>
          <a:noFill/>
          <a:ln w="1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906">
            <a:extLst>
              <a:ext uri="{FF2B5EF4-FFF2-40B4-BE49-F238E27FC236}">
                <a16:creationId xmlns:a16="http://schemas.microsoft.com/office/drawing/2014/main" id="{2ED6EEB8-60E2-4D7D-AE23-36B92908C6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Confidential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98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8596DD85-BECB-4F77-B7FB-B0850445C17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3B4DC0A5-EFB0-496D-8FE7-AE0C7A3FB7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4343" name="Rectangle 3">
            <a:extLst>
              <a:ext uri="{FF2B5EF4-FFF2-40B4-BE49-F238E27FC236}">
                <a16:creationId xmlns:a16="http://schemas.microsoft.com/office/drawing/2014/main" id="{480AF6EB-842D-4A60-87F1-46B5B0BDCE5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14344" name="Text Box 4">
            <a:extLst>
              <a:ext uri="{FF2B5EF4-FFF2-40B4-BE49-F238E27FC236}">
                <a16:creationId xmlns:a16="http://schemas.microsoft.com/office/drawing/2014/main" id="{9462FF3C-193F-4F5E-A2E7-A8F2B6412C8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9" name="Group 1135">
            <a:extLst>
              <a:ext uri="{FF2B5EF4-FFF2-40B4-BE49-F238E27FC236}">
                <a16:creationId xmlns:a16="http://schemas.microsoft.com/office/drawing/2014/main" id="{041109B3-29D6-4C9E-831C-79195A2A3A80}"/>
              </a:ext>
            </a:extLst>
          </p:cNvPr>
          <p:cNvGraphicFramePr>
            <a:graphicFrameLocks noGrp="1"/>
          </p:cNvGraphicFramePr>
          <p:nvPr/>
        </p:nvGraphicFramePr>
        <p:xfrm>
          <a:off x="10899775" y="8477250"/>
          <a:ext cx="3732213" cy="183197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9238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38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**  NON CLEAN LEAD FREE PROCESS **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4381" name="Text Box 272">
            <a:extLst>
              <a:ext uri="{FF2B5EF4-FFF2-40B4-BE49-F238E27FC236}">
                <a16:creationId xmlns:a16="http://schemas.microsoft.com/office/drawing/2014/main" id="{FDAEA4F6-16CA-42F0-831A-6A795163D37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1" name="Group 986">
            <a:extLst>
              <a:ext uri="{FF2B5EF4-FFF2-40B4-BE49-F238E27FC236}">
                <a16:creationId xmlns:a16="http://schemas.microsoft.com/office/drawing/2014/main" id="{E9910453-27BE-468D-BF11-48102FDFECAA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9600"/>
          <a:ext cx="3344863" cy="363538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213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325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393" name="Rectangle 1104">
            <a:extLst>
              <a:ext uri="{FF2B5EF4-FFF2-40B4-BE49-F238E27FC236}">
                <a16:creationId xmlns:a16="http://schemas.microsoft.com/office/drawing/2014/main" id="{A548ED55-C87D-4C29-87AB-83D907BA317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5138" y="10042525"/>
            <a:ext cx="10423525" cy="2667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 FREE PROCESS</a:t>
            </a:r>
          </a:p>
        </p:txBody>
      </p:sp>
      <p:pic>
        <p:nvPicPr>
          <p:cNvPr id="16438" name="Picture 1136">
            <a:extLst>
              <a:ext uri="{FF2B5EF4-FFF2-40B4-BE49-F238E27FC236}">
                <a16:creationId xmlns:a16="http://schemas.microsoft.com/office/drawing/2014/main" id="{F6345624-5A92-4637-BB1E-49733B9E4A8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459788"/>
            <a:ext cx="906462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95" name="TextBox 10">
            <a:extLst>
              <a:ext uri="{FF2B5EF4-FFF2-40B4-BE49-F238E27FC236}">
                <a16:creationId xmlns:a16="http://schemas.microsoft.com/office/drawing/2014/main" id="{48E1EDFE-9C6D-468A-8767-1AC75FEAABE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6725" y="9944100"/>
            <a:ext cx="10423525" cy="3683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4396" name="TextBox 11">
            <a:extLst>
              <a:ext uri="{FF2B5EF4-FFF2-40B4-BE49-F238E27FC236}">
                <a16:creationId xmlns:a16="http://schemas.microsoft.com/office/drawing/2014/main" id="{223F9CBA-C1DA-48BA-A0D6-03DEB38FF96B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4397" name="TextBox 12">
            <a:extLst>
              <a:ext uri="{FF2B5EF4-FFF2-40B4-BE49-F238E27FC236}">
                <a16:creationId xmlns:a16="http://schemas.microsoft.com/office/drawing/2014/main" id="{581E6FFD-F564-4621-8392-900781523976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64812" y="4659313"/>
            <a:ext cx="7745413" cy="369888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4398" name="TextBox 9">
            <a:extLst>
              <a:ext uri="{FF2B5EF4-FFF2-40B4-BE49-F238E27FC236}">
                <a16:creationId xmlns:a16="http://schemas.microsoft.com/office/drawing/2014/main" id="{AF13419C-2995-4D26-B672-0A593AB42B5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4399" name="TextBox 89">
            <a:extLst>
              <a:ext uri="{FF2B5EF4-FFF2-40B4-BE49-F238E27FC236}">
                <a16:creationId xmlns:a16="http://schemas.microsoft.com/office/drawing/2014/main" id="{97E0FD23-3759-454C-ADFB-B7D3FCCCE7E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72838" y="950913"/>
            <a:ext cx="3349625" cy="11890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b="1">
                <a:solidFill>
                  <a:schemeClr val="bg1"/>
                </a:solidFill>
              </a:rPr>
              <a:t>IBM PRODUCT</a:t>
            </a:r>
          </a:p>
        </p:txBody>
      </p:sp>
      <p:pic>
        <p:nvPicPr>
          <p:cNvPr id="16444" name="Picture 18">
            <a:extLst>
              <a:ext uri="{FF2B5EF4-FFF2-40B4-BE49-F238E27FC236}">
                <a16:creationId xmlns:a16="http://schemas.microsoft.com/office/drawing/2014/main" id="{FDA0DCA8-934D-4F4E-A9FD-FA3FEC8A53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53900" y="1376363"/>
            <a:ext cx="1587500" cy="701675"/>
          </a:xfrm>
          <a:prstGeom prst="rect">
            <a:avLst/>
          </a:prstGeom>
          <a:noFill/>
          <a:ln w="1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906">
            <a:extLst>
              <a:ext uri="{FF2B5EF4-FFF2-40B4-BE49-F238E27FC236}">
                <a16:creationId xmlns:a16="http://schemas.microsoft.com/office/drawing/2014/main" id="{EA2F285F-2040-40CC-A247-AF4CD989088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99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F25FDC9F-F74B-40DF-83D9-25A2D073410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01935773-4C91-4F53-B7AC-AF46284D3ED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C17E615-11FE-438A-83BA-1BAD649CD52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87B8C70B-AB09-4E6D-B816-2E9793A472A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9" name="Group 905">
            <a:extLst>
              <a:ext uri="{FF2B5EF4-FFF2-40B4-BE49-F238E27FC236}">
                <a16:creationId xmlns:a16="http://schemas.microsoft.com/office/drawing/2014/main" id="{23E405B2-D90C-4C0D-BD19-F90EE940EE65}"/>
              </a:ext>
            </a:extLst>
          </p:cNvPr>
          <p:cNvGraphicFramePr>
            <a:graphicFrameLocks noGrp="1"/>
          </p:cNvGraphicFramePr>
          <p:nvPr/>
        </p:nvGraphicFramePr>
        <p:xfrm>
          <a:off x="10895013" y="8483600"/>
          <a:ext cx="3732212" cy="18256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900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4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5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8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2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517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0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**  GENERAL  **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Box 272">
            <a:extLst>
              <a:ext uri="{FF2B5EF4-FFF2-40B4-BE49-F238E27FC236}">
                <a16:creationId xmlns:a16="http://schemas.microsoft.com/office/drawing/2014/main" id="{9515EEE6-04E1-41A4-AAE3-FCD58E6A630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pic>
        <p:nvPicPr>
          <p:cNvPr id="17450" name="Picture 631">
            <a:extLst>
              <a:ext uri="{FF2B5EF4-FFF2-40B4-BE49-F238E27FC236}">
                <a16:creationId xmlns:a16="http://schemas.microsoft.com/office/drawing/2014/main" id="{7604ACB4-5B9D-422C-9915-B1B0CACEFAB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6288" y="8526463"/>
            <a:ext cx="931862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633">
            <a:extLst>
              <a:ext uri="{FF2B5EF4-FFF2-40B4-BE49-F238E27FC236}">
                <a16:creationId xmlns:a16="http://schemas.microsoft.com/office/drawing/2014/main" id="{C12C2C24-0100-4C89-865B-C455348C3B3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13" name="Text Box 677">
            <a:extLst>
              <a:ext uri="{FF2B5EF4-FFF2-40B4-BE49-F238E27FC236}">
                <a16:creationId xmlns:a16="http://schemas.microsoft.com/office/drawing/2014/main" id="{6573412E-C82A-4DF2-BC43-A6CC57AA565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sp>
        <p:nvSpPr>
          <p:cNvPr id="14" name="Rectangle 813">
            <a:extLst>
              <a:ext uri="{FF2B5EF4-FFF2-40B4-BE49-F238E27FC236}">
                <a16:creationId xmlns:a16="http://schemas.microsoft.com/office/drawing/2014/main" id="{A6DA46DD-1DFD-471F-B932-E2CFBF03133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15" name="Text Box 857">
            <a:extLst>
              <a:ext uri="{FF2B5EF4-FFF2-40B4-BE49-F238E27FC236}">
                <a16:creationId xmlns:a16="http://schemas.microsoft.com/office/drawing/2014/main" id="{07B58D4A-FFBD-4445-9B9B-AE670CAD742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6" name="Group 760">
            <a:extLst>
              <a:ext uri="{FF2B5EF4-FFF2-40B4-BE49-F238E27FC236}">
                <a16:creationId xmlns:a16="http://schemas.microsoft.com/office/drawing/2014/main" id="{807E8AA8-2277-44AB-9323-B11E817380D2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1663"/>
          <a:ext cx="3344863" cy="346075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5950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125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TextBox 89">
            <a:extLst>
              <a:ext uri="{FF2B5EF4-FFF2-40B4-BE49-F238E27FC236}">
                <a16:creationId xmlns:a16="http://schemas.microsoft.com/office/drawing/2014/main" id="{F515DF5F-63E5-4412-9A1E-EA8EDE410CB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79188" y="950913"/>
            <a:ext cx="3346450" cy="1096962"/>
          </a:xfrm>
          <a:prstGeom prst="rect">
            <a:avLst/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b="1"/>
              <a:t>INSPUR PRODUCT</a:t>
            </a:r>
          </a:p>
        </p:txBody>
      </p:sp>
      <p:pic>
        <p:nvPicPr>
          <p:cNvPr id="17467" name="Picture 15">
            <a:extLst>
              <a:ext uri="{FF2B5EF4-FFF2-40B4-BE49-F238E27FC236}">
                <a16:creationId xmlns:a16="http://schemas.microsoft.com/office/drawing/2014/main" id="{DFB8E11B-B005-492B-9BA1-78B5DFD9D9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9538" y="1117600"/>
            <a:ext cx="2847975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Rectangle 906">
            <a:extLst>
              <a:ext uri="{FF2B5EF4-FFF2-40B4-BE49-F238E27FC236}">
                <a16:creationId xmlns:a16="http://schemas.microsoft.com/office/drawing/2014/main" id="{3B78AFB3-071B-4EEE-8C9C-DA0625A1467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800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83414626-1F31-4C13-A2B6-04CD2483943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E2D29DF8-F011-48C2-B195-ECA43F905A0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B2D31DD-FD0A-49BE-94A9-82FC5C54B76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B9532CD7-6D75-477A-B5B6-F754C046BB2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9" name="Group 1135">
            <a:extLst>
              <a:ext uri="{FF2B5EF4-FFF2-40B4-BE49-F238E27FC236}">
                <a16:creationId xmlns:a16="http://schemas.microsoft.com/office/drawing/2014/main" id="{B933DF22-D7FD-4B4C-AFC1-5732AF0BD879}"/>
              </a:ext>
            </a:extLst>
          </p:cNvPr>
          <p:cNvGraphicFramePr>
            <a:graphicFrameLocks noGrp="1"/>
          </p:cNvGraphicFramePr>
          <p:nvPr/>
        </p:nvGraphicFramePr>
        <p:xfrm>
          <a:off x="10899775" y="8477250"/>
          <a:ext cx="3732213" cy="183197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9238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38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**  NON CLEAN LEAD FREE PROCESS **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Box 272">
            <a:extLst>
              <a:ext uri="{FF2B5EF4-FFF2-40B4-BE49-F238E27FC236}">
                <a16:creationId xmlns:a16="http://schemas.microsoft.com/office/drawing/2014/main" id="{C8BE05F5-4F0F-400E-A43F-4C1D5A8DE4A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1" name="Group 986">
            <a:extLst>
              <a:ext uri="{FF2B5EF4-FFF2-40B4-BE49-F238E27FC236}">
                <a16:creationId xmlns:a16="http://schemas.microsoft.com/office/drawing/2014/main" id="{DF5257E7-AAA6-4C83-B030-64CC8A282332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9600"/>
          <a:ext cx="3344863" cy="363538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213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325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ectangle 1104">
            <a:extLst>
              <a:ext uri="{FF2B5EF4-FFF2-40B4-BE49-F238E27FC236}">
                <a16:creationId xmlns:a16="http://schemas.microsoft.com/office/drawing/2014/main" id="{F85EBA78-BE03-4B3A-B67D-FEC6D7E8311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5138" y="10042525"/>
            <a:ext cx="10423525" cy="2667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 FREE PROCESS</a:t>
            </a:r>
          </a:p>
        </p:txBody>
      </p:sp>
      <p:pic>
        <p:nvPicPr>
          <p:cNvPr id="18486" name="Picture 1136">
            <a:extLst>
              <a:ext uri="{FF2B5EF4-FFF2-40B4-BE49-F238E27FC236}">
                <a16:creationId xmlns:a16="http://schemas.microsoft.com/office/drawing/2014/main" id="{27C2FEDA-87DA-4DAB-97BD-06C6B3D5B2B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459788"/>
            <a:ext cx="906462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0">
            <a:extLst>
              <a:ext uri="{FF2B5EF4-FFF2-40B4-BE49-F238E27FC236}">
                <a16:creationId xmlns:a16="http://schemas.microsoft.com/office/drawing/2014/main" id="{439872CB-F259-4BC1-BC36-34E0CEDFCE3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6725" y="9944100"/>
            <a:ext cx="10423525" cy="3683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D858A031-7D9C-4CD5-92AA-B8ACFCFF815F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6E9E6309-689F-453A-9A19-4095DBE5A59C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64812" y="4659313"/>
            <a:ext cx="7745413" cy="369888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3B8E5C46-6D5E-4A3D-BED4-9904BE8EA5B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8" name="TextBox 89">
            <a:extLst>
              <a:ext uri="{FF2B5EF4-FFF2-40B4-BE49-F238E27FC236}">
                <a16:creationId xmlns:a16="http://schemas.microsoft.com/office/drawing/2014/main" id="{89652201-3E3C-454D-8DAE-81F982457E7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79188" y="950913"/>
            <a:ext cx="3346450" cy="1096962"/>
          </a:xfrm>
          <a:prstGeom prst="rect">
            <a:avLst/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b="1"/>
              <a:t>INSPUR PRODUCT</a:t>
            </a:r>
          </a:p>
        </p:txBody>
      </p:sp>
      <p:pic>
        <p:nvPicPr>
          <p:cNvPr id="18492" name="Picture 16">
            <a:extLst>
              <a:ext uri="{FF2B5EF4-FFF2-40B4-BE49-F238E27FC236}">
                <a16:creationId xmlns:a16="http://schemas.microsoft.com/office/drawing/2014/main" id="{1B758A1E-F835-46EB-8EF2-3C54C6E88BE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9538" y="1117600"/>
            <a:ext cx="2847975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Rectangle 906">
            <a:extLst>
              <a:ext uri="{FF2B5EF4-FFF2-40B4-BE49-F238E27FC236}">
                <a16:creationId xmlns:a16="http://schemas.microsoft.com/office/drawing/2014/main" id="{394DADF1-2681-4261-8B77-6ED458686E3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801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C5490-1CC9-42F6-AB95-EFEB8D25FC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91100" y="9721850"/>
            <a:ext cx="5103813" cy="5699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>
              <a:defRPr/>
            </a:pPr>
            <a:r>
              <a:rPr lang="en-US"/>
              <a:t>Parent Document #: 07-DC20-GEN-001</a:t>
            </a:r>
          </a:p>
          <a:p>
            <a:pPr>
              <a:defRPr/>
            </a:pPr>
            <a:r>
              <a:rPr lang="en-US">
                <a:solidFill>
                  <a:srgbClr val="00B050"/>
                </a:solidFill>
              </a:rPr>
              <a:t>Confidential </a:t>
            </a:r>
            <a:r>
              <a:rPr lang="en-US"/>
              <a:t>– All rights reserved</a:t>
            </a:r>
          </a:p>
        </p:txBody>
      </p:sp>
      <p:sp>
        <p:nvSpPr>
          <p:cNvPr id="7" name="Text Box 272">
            <a:extLst>
              <a:ext uri="{FF2B5EF4-FFF2-40B4-BE49-F238E27FC236}">
                <a16:creationId xmlns:a16="http://schemas.microsoft.com/office/drawing/2014/main" id="{F347C974-2950-4734-8BDE-2697C7A8405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922838" y="182563"/>
            <a:ext cx="5241925" cy="4270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Template Cover Page</a:t>
            </a:r>
          </a:p>
        </p:txBody>
      </p:sp>
      <p:sp>
        <p:nvSpPr>
          <p:cNvPr id="8" name="Rectangle 813">
            <a:extLst>
              <a:ext uri="{FF2B5EF4-FFF2-40B4-BE49-F238E27FC236}">
                <a16:creationId xmlns:a16="http://schemas.microsoft.com/office/drawing/2014/main" id="{C5065BFE-A5FF-48DF-96DA-D85D3E1B8D3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866313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2053" name="TextBox 8">
            <a:extLst>
              <a:ext uri="{FF2B5EF4-FFF2-40B4-BE49-F238E27FC236}">
                <a16:creationId xmlns:a16="http://schemas.microsoft.com/office/drawing/2014/main" id="{ECAC0B47-7082-492C-A43C-25200940BD0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71513" y="10013950"/>
            <a:ext cx="4646612" cy="2778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US" altLang="en-US" sz="1200">
                <a:latin typeface="Tahoma" panose="020B0604030504040204" pitchFamily="34" charset="0"/>
                <a:cs typeface="Tahoma" panose="020B0604030504040204" pitchFamily="34" charset="0"/>
              </a:rPr>
              <a:t>History Page is not required when using the form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806" r:id="rId1"/>
    <p:sldLayoutId id="2147485807" r:id="rId2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">
            <a:extLst>
              <a:ext uri="{FF2B5EF4-FFF2-40B4-BE49-F238E27FC236}">
                <a16:creationId xmlns:a16="http://schemas.microsoft.com/office/drawing/2014/main" id="{F8F6DF9B-FD5B-43CF-BB72-9F503B7AC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75" name="Text Box 272">
            <a:extLst>
              <a:ext uri="{FF2B5EF4-FFF2-40B4-BE49-F238E27FC236}">
                <a16:creationId xmlns:a16="http://schemas.microsoft.com/office/drawing/2014/main" id="{41825542-914D-412F-8F78-3EAA9BD88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800" b="1"/>
              <a:t>Visual Aid</a:t>
            </a:r>
          </a:p>
        </p:txBody>
      </p:sp>
      <p:pic>
        <p:nvPicPr>
          <p:cNvPr id="28676" name="Picture 631">
            <a:extLst>
              <a:ext uri="{FF2B5EF4-FFF2-40B4-BE49-F238E27FC236}">
                <a16:creationId xmlns:a16="http://schemas.microsoft.com/office/drawing/2014/main" id="{94C3343D-F4C5-40FD-990E-4075FE18E1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6288" y="8526463"/>
            <a:ext cx="931862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7" name="Rectangle 633">
            <a:extLst>
              <a:ext uri="{FF2B5EF4-FFF2-40B4-BE49-F238E27FC236}">
                <a16:creationId xmlns:a16="http://schemas.microsoft.com/office/drawing/2014/main" id="{E17C7497-916C-49CE-BC3F-1BCC8F50FD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78" name="Text Box 677">
            <a:extLst>
              <a:ext uri="{FF2B5EF4-FFF2-40B4-BE49-F238E27FC236}">
                <a16:creationId xmlns:a16="http://schemas.microsoft.com/office/drawing/2014/main" id="{19FD6CD0-78C9-45CE-9AE5-2269558754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800" b="1"/>
              <a:t>Visual Aid</a:t>
            </a:r>
          </a:p>
        </p:txBody>
      </p:sp>
      <p:sp>
        <p:nvSpPr>
          <p:cNvPr id="28679" name="Rectangle 813">
            <a:extLst>
              <a:ext uri="{FF2B5EF4-FFF2-40B4-BE49-F238E27FC236}">
                <a16:creationId xmlns:a16="http://schemas.microsoft.com/office/drawing/2014/main" id="{B2B20C24-3242-4653-9689-FB142AE2C2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80" name="Text Box 857">
            <a:extLst>
              <a:ext uri="{FF2B5EF4-FFF2-40B4-BE49-F238E27FC236}">
                <a16:creationId xmlns:a16="http://schemas.microsoft.com/office/drawing/2014/main" id="{83EF5A4B-3EC1-411E-B1C1-3AA798ED14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800" b="1"/>
              <a:t>Visual Aid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2FE95D1-DC1D-9A49-880B-74112A52A438}"/>
              </a:ext>
            </a:extLst>
          </p:cNvPr>
          <p:cNvCxnSpPr/>
          <p:nvPr/>
        </p:nvCxnSpPr>
        <p:spPr>
          <a:xfrm>
            <a:off x="8144933" y="623888"/>
            <a:ext cx="0" cy="9694862"/>
          </a:xfrm>
          <a:prstGeom prst="line">
            <a:avLst/>
          </a:prstGeom>
          <a:ln w="19050" cap="flat" cmpd="sng" algn="ctr">
            <a:solidFill>
              <a:srgbClr val="CFA18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4" name="SECTION:Table">
            <a:extLst>
              <a:ext uri="{FF2B5EF4-FFF2-40B4-BE49-F238E27FC236}">
                <a16:creationId xmlns:a16="http://schemas.microsoft.com/office/drawing/2014/main" id="{84057EB0-D5C4-647B-D20A-EFCF86A1EA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0361391"/>
              </p:ext>
            </p:extLst>
          </p:nvPr>
        </p:nvGraphicFramePr>
        <p:xfrm>
          <a:off x="8504628" y="1512657"/>
          <a:ext cx="5760676" cy="475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385">
                  <a:extLst>
                    <a:ext uri="{9D8B030D-6E8A-4147-A177-3AD203B41FA5}">
                      <a16:colId xmlns:a16="http://schemas.microsoft.com/office/drawing/2014/main" val="1274900741"/>
                    </a:ext>
                  </a:extLst>
                </a:gridCol>
                <a:gridCol w="1780673">
                  <a:extLst>
                    <a:ext uri="{9D8B030D-6E8A-4147-A177-3AD203B41FA5}">
                      <a16:colId xmlns:a16="http://schemas.microsoft.com/office/drawing/2014/main" val="1090885024"/>
                    </a:ext>
                  </a:extLst>
                </a:gridCol>
                <a:gridCol w="2126114">
                  <a:extLst>
                    <a:ext uri="{9D8B030D-6E8A-4147-A177-3AD203B41FA5}">
                      <a16:colId xmlns:a16="http://schemas.microsoft.com/office/drawing/2014/main" val="3666949747"/>
                    </a:ext>
                  </a:extLst>
                </a:gridCol>
                <a:gridCol w="752504">
                  <a:extLst>
                    <a:ext uri="{9D8B030D-6E8A-4147-A177-3AD203B41FA5}">
                      <a16:colId xmlns:a16="http://schemas.microsoft.com/office/drawing/2014/main" val="40281379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ITEM 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PART 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QTY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4088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SECTION:PartRow1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kern="1200" dirty="0">
                          <a:solidFill>
                            <a:schemeClr val="dk1"/>
                          </a:solidFill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SECTION:DescRow1</a:t>
                      </a:r>
                      <a:endParaRPr lang="en-US" sz="1400" b="0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SECTION:QtyRow1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829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kern="1200" dirty="0">
                          <a:solidFill>
                            <a:schemeClr val="dk1"/>
                          </a:solidFill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SECTION:PartRow2</a:t>
                      </a:r>
                      <a:endParaRPr lang="en-US" sz="1400" b="0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kern="1200" dirty="0">
                          <a:solidFill>
                            <a:schemeClr val="dk1"/>
                          </a:solidFill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SECTION:DescRow2</a:t>
                      </a:r>
                      <a:endParaRPr lang="en-US" sz="1400" b="0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kern="1200" dirty="0">
                          <a:solidFill>
                            <a:schemeClr val="dk1"/>
                          </a:solidFill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SECTION:QtyRow2</a:t>
                      </a:r>
                      <a:endParaRPr lang="en-US" sz="1400" b="0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885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kern="1200" dirty="0">
                          <a:solidFill>
                            <a:schemeClr val="dk1"/>
                          </a:solidFill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SECTION:PartRow3</a:t>
                      </a:r>
                      <a:endParaRPr lang="en-US" sz="1400" b="0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SECTION:DescRow3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kern="1200" dirty="0">
                          <a:solidFill>
                            <a:schemeClr val="dk1"/>
                          </a:solidFill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SECTION:QtyRow3</a:t>
                      </a:r>
                      <a:endParaRPr lang="en-US" sz="1400" b="0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225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kern="1200" dirty="0">
                          <a:solidFill>
                            <a:schemeClr val="dk1"/>
                          </a:solidFill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SECTION:PartRow4</a:t>
                      </a:r>
                      <a:endParaRPr lang="en-US" sz="1400" b="0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SECTION:DescRow4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kern="1200" dirty="0">
                          <a:solidFill>
                            <a:schemeClr val="dk1"/>
                          </a:solidFill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SECTION:QtyRow4</a:t>
                      </a:r>
                      <a:endParaRPr lang="en-US" sz="1400" b="0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4206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kern="1200" dirty="0">
                          <a:solidFill>
                            <a:schemeClr val="dk1"/>
                          </a:solidFill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SECTION:PartRow5</a:t>
                      </a:r>
                      <a:endParaRPr lang="en-US" sz="1400" b="0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SECTION:DescRow5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kern="1200" dirty="0">
                          <a:solidFill>
                            <a:schemeClr val="dk1"/>
                          </a:solidFill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SECTION:QtyRow5</a:t>
                      </a:r>
                      <a:endParaRPr lang="en-US" sz="1400" b="0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93958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kern="1200" dirty="0">
                          <a:solidFill>
                            <a:schemeClr val="dk1"/>
                          </a:solidFill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SECTION:PartRow6</a:t>
                      </a:r>
                      <a:endParaRPr lang="en-US" sz="1400" b="0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SECTION:DescRow6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kern="1200" dirty="0">
                          <a:solidFill>
                            <a:schemeClr val="dk1"/>
                          </a:solidFill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SECTION:QtyRow6</a:t>
                      </a:r>
                      <a:endParaRPr lang="en-US" sz="1400" b="0" dirty="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7138515"/>
                  </a:ext>
                </a:extLst>
              </a:tr>
            </a:tbl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C24582C6-EFEC-9237-2DF1-C79160CBEA36}"/>
              </a:ext>
            </a:extLst>
          </p:cNvPr>
          <p:cNvSpPr/>
          <p:nvPr/>
        </p:nvSpPr>
        <p:spPr>
          <a:xfrm>
            <a:off x="4505530" y="1035170"/>
            <a:ext cx="3160044" cy="284908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EFE386D-AABE-2DE4-3D10-D418E29A3F4C}"/>
              </a:ext>
            </a:extLst>
          </p:cNvPr>
          <p:cNvSpPr/>
          <p:nvPr/>
        </p:nvSpPr>
        <p:spPr>
          <a:xfrm>
            <a:off x="962327" y="4108537"/>
            <a:ext cx="3160044" cy="284908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A335B07-2CB2-81FE-A79C-F5C6F6E244EE}"/>
              </a:ext>
            </a:extLst>
          </p:cNvPr>
          <p:cNvSpPr/>
          <p:nvPr/>
        </p:nvSpPr>
        <p:spPr>
          <a:xfrm>
            <a:off x="4505530" y="4108537"/>
            <a:ext cx="3160044" cy="284908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748FCCF-6F29-DDD3-56B7-8BBBEDE9AFFA}"/>
              </a:ext>
            </a:extLst>
          </p:cNvPr>
          <p:cNvSpPr/>
          <p:nvPr/>
        </p:nvSpPr>
        <p:spPr>
          <a:xfrm>
            <a:off x="962327" y="7181904"/>
            <a:ext cx="3160044" cy="284908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1FE7DD1-9718-64EB-729E-F88BA61CBE40}"/>
              </a:ext>
            </a:extLst>
          </p:cNvPr>
          <p:cNvSpPr/>
          <p:nvPr/>
        </p:nvSpPr>
        <p:spPr>
          <a:xfrm>
            <a:off x="4505530" y="7181904"/>
            <a:ext cx="3160044" cy="284908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FAB0F6-DDD4-6306-25E5-FCD206F3EDA6}"/>
              </a:ext>
            </a:extLst>
          </p:cNvPr>
          <p:cNvSpPr/>
          <p:nvPr/>
        </p:nvSpPr>
        <p:spPr>
          <a:xfrm>
            <a:off x="962327" y="1035170"/>
            <a:ext cx="3160044" cy="2849080"/>
          </a:xfrm>
          <a:prstGeom prst="rect">
            <a:avLst/>
          </a:prstGeom>
          <a:noFill/>
          <a:ln w="317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31DB54A-4A7D-BD4F-733C-EDA35D66BCF4}"/>
              </a:ext>
            </a:extLst>
          </p:cNvPr>
          <p:cNvSpPr/>
          <p:nvPr/>
        </p:nvSpPr>
        <p:spPr>
          <a:xfrm>
            <a:off x="2173417" y="1329267"/>
            <a:ext cx="737864" cy="318558"/>
          </a:xfrm>
          <a:prstGeom prst="rect">
            <a:avLst/>
          </a:prstGeom>
          <a:solidFill>
            <a:srgbClr val="FFFF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6" name="SECTION:FVitemA">
            <a:extLst>
              <a:ext uri="{FF2B5EF4-FFF2-40B4-BE49-F238E27FC236}">
                <a16:creationId xmlns:a16="http://schemas.microsoft.com/office/drawing/2014/main" id="{AAEE5C37-7C81-C3BD-59F5-D3652F9B66B4}"/>
              </a:ext>
            </a:extLst>
          </p:cNvPr>
          <p:cNvSpPr/>
          <p:nvPr/>
        </p:nvSpPr>
        <p:spPr>
          <a:xfrm>
            <a:off x="1057844" y="2130201"/>
            <a:ext cx="1429530" cy="1360792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SECTION:BVitemA">
            <a:extLst>
              <a:ext uri="{FF2B5EF4-FFF2-40B4-BE49-F238E27FC236}">
                <a16:creationId xmlns:a16="http://schemas.microsoft.com/office/drawing/2014/main" id="{14B8F583-C3A4-A00F-42ED-0C29C547630C}"/>
              </a:ext>
            </a:extLst>
          </p:cNvPr>
          <p:cNvSpPr/>
          <p:nvPr/>
        </p:nvSpPr>
        <p:spPr>
          <a:xfrm>
            <a:off x="2576942" y="2130201"/>
            <a:ext cx="1429530" cy="1360792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7BBE491-91CA-A77F-FAAB-9FD8DEE13C99}"/>
              </a:ext>
            </a:extLst>
          </p:cNvPr>
          <p:cNvSpPr/>
          <p:nvPr/>
        </p:nvSpPr>
        <p:spPr>
          <a:xfrm>
            <a:off x="983881" y="3474955"/>
            <a:ext cx="1538117" cy="240325"/>
          </a:xfrm>
          <a:prstGeom prst="rect">
            <a:avLst/>
          </a:prstGeom>
          <a:solidFill>
            <a:srgbClr val="FFFF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FRONT VIEW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B98DE00-F11D-7EE5-8264-2C05F1AA0D04}"/>
              </a:ext>
            </a:extLst>
          </p:cNvPr>
          <p:cNvSpPr/>
          <p:nvPr/>
        </p:nvSpPr>
        <p:spPr>
          <a:xfrm>
            <a:off x="2552509" y="3474954"/>
            <a:ext cx="1538117" cy="240325"/>
          </a:xfrm>
          <a:prstGeom prst="rect">
            <a:avLst/>
          </a:prstGeom>
          <a:solidFill>
            <a:srgbClr val="FFFF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BACK VIEW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24F47AC-7816-2863-810C-A43741A3043D}"/>
              </a:ext>
            </a:extLst>
          </p:cNvPr>
          <p:cNvCxnSpPr/>
          <p:nvPr/>
        </p:nvCxnSpPr>
        <p:spPr>
          <a:xfrm flipH="1">
            <a:off x="2173417" y="1647825"/>
            <a:ext cx="168463" cy="59753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1736A53-80F8-0302-F56E-D292D6974B89}"/>
              </a:ext>
            </a:extLst>
          </p:cNvPr>
          <p:cNvCxnSpPr/>
          <p:nvPr/>
        </p:nvCxnSpPr>
        <p:spPr>
          <a:xfrm>
            <a:off x="2753360" y="1647825"/>
            <a:ext cx="157921" cy="5670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2A1ECE48-FFC4-FFE0-3D92-F81D33080AB8}"/>
              </a:ext>
            </a:extLst>
          </p:cNvPr>
          <p:cNvSpPr/>
          <p:nvPr/>
        </p:nvSpPr>
        <p:spPr>
          <a:xfrm>
            <a:off x="5722765" y="1329267"/>
            <a:ext cx="737864" cy="318558"/>
          </a:xfrm>
          <a:prstGeom prst="rect">
            <a:avLst/>
          </a:prstGeom>
          <a:solidFill>
            <a:srgbClr val="92D05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37" name="SECTION:FVitemB">
            <a:extLst>
              <a:ext uri="{FF2B5EF4-FFF2-40B4-BE49-F238E27FC236}">
                <a16:creationId xmlns:a16="http://schemas.microsoft.com/office/drawing/2014/main" id="{16B65DD2-D685-AB11-DA93-5B968AE577C5}"/>
              </a:ext>
            </a:extLst>
          </p:cNvPr>
          <p:cNvSpPr/>
          <p:nvPr/>
        </p:nvSpPr>
        <p:spPr>
          <a:xfrm>
            <a:off x="4607192" y="2130201"/>
            <a:ext cx="1429530" cy="1360792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SECTION:BVitemB">
            <a:extLst>
              <a:ext uri="{FF2B5EF4-FFF2-40B4-BE49-F238E27FC236}">
                <a16:creationId xmlns:a16="http://schemas.microsoft.com/office/drawing/2014/main" id="{66D2418C-C451-D590-9A47-DD320FA5A311}"/>
              </a:ext>
            </a:extLst>
          </p:cNvPr>
          <p:cNvSpPr/>
          <p:nvPr/>
        </p:nvSpPr>
        <p:spPr>
          <a:xfrm>
            <a:off x="6126290" y="2130201"/>
            <a:ext cx="1429530" cy="1360792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052A1E1-184B-8981-68AF-E5DC88E24528}"/>
              </a:ext>
            </a:extLst>
          </p:cNvPr>
          <p:cNvSpPr/>
          <p:nvPr/>
        </p:nvSpPr>
        <p:spPr>
          <a:xfrm>
            <a:off x="4533229" y="3474955"/>
            <a:ext cx="1538117" cy="240325"/>
          </a:xfrm>
          <a:prstGeom prst="rect">
            <a:avLst/>
          </a:prstGeom>
          <a:solidFill>
            <a:srgbClr val="FFFF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FRONT VIEW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BF6FBAF-1BFD-B7EF-CA1A-A4B9CCA47FF8}"/>
              </a:ext>
            </a:extLst>
          </p:cNvPr>
          <p:cNvSpPr/>
          <p:nvPr/>
        </p:nvSpPr>
        <p:spPr>
          <a:xfrm>
            <a:off x="6101857" y="3474954"/>
            <a:ext cx="1538117" cy="240325"/>
          </a:xfrm>
          <a:prstGeom prst="rect">
            <a:avLst/>
          </a:prstGeom>
          <a:solidFill>
            <a:srgbClr val="FFFF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BACK VIEW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0CB06BB-C9E7-5887-72B3-93D6BD65C2B7}"/>
              </a:ext>
            </a:extLst>
          </p:cNvPr>
          <p:cNvCxnSpPr/>
          <p:nvPr/>
        </p:nvCxnSpPr>
        <p:spPr>
          <a:xfrm flipH="1">
            <a:off x="5722765" y="1647825"/>
            <a:ext cx="168463" cy="59753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2C4395D-8637-3919-D025-5A47EDB7573F}"/>
              </a:ext>
            </a:extLst>
          </p:cNvPr>
          <p:cNvCxnSpPr/>
          <p:nvPr/>
        </p:nvCxnSpPr>
        <p:spPr>
          <a:xfrm>
            <a:off x="6302708" y="1647825"/>
            <a:ext cx="157921" cy="5670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6F26A512-28C2-58F4-A2B4-0263A5DD22A3}"/>
              </a:ext>
            </a:extLst>
          </p:cNvPr>
          <p:cNvSpPr/>
          <p:nvPr/>
        </p:nvSpPr>
        <p:spPr>
          <a:xfrm>
            <a:off x="2183577" y="4402634"/>
            <a:ext cx="737864" cy="318558"/>
          </a:xfrm>
          <a:prstGeom prst="rect">
            <a:avLst/>
          </a:prstGeom>
          <a:solidFill>
            <a:srgbClr val="FFC0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5" name="SECTION:FVitemC">
            <a:extLst>
              <a:ext uri="{FF2B5EF4-FFF2-40B4-BE49-F238E27FC236}">
                <a16:creationId xmlns:a16="http://schemas.microsoft.com/office/drawing/2014/main" id="{3E7C9045-463F-BD72-A6BF-512EE1EDAF42}"/>
              </a:ext>
            </a:extLst>
          </p:cNvPr>
          <p:cNvSpPr/>
          <p:nvPr/>
        </p:nvSpPr>
        <p:spPr>
          <a:xfrm>
            <a:off x="1068004" y="5203568"/>
            <a:ext cx="1429530" cy="1360792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SECTION:BVitemC">
            <a:extLst>
              <a:ext uri="{FF2B5EF4-FFF2-40B4-BE49-F238E27FC236}">
                <a16:creationId xmlns:a16="http://schemas.microsoft.com/office/drawing/2014/main" id="{5F3FD8D6-3D08-79A7-DE73-59303B77432C}"/>
              </a:ext>
            </a:extLst>
          </p:cNvPr>
          <p:cNvSpPr/>
          <p:nvPr/>
        </p:nvSpPr>
        <p:spPr>
          <a:xfrm>
            <a:off x="2587102" y="5203568"/>
            <a:ext cx="1429530" cy="1360792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0D99D8B-9396-6646-D8FC-4E3DE7AE0663}"/>
              </a:ext>
            </a:extLst>
          </p:cNvPr>
          <p:cNvSpPr/>
          <p:nvPr/>
        </p:nvSpPr>
        <p:spPr>
          <a:xfrm>
            <a:off x="994041" y="6548322"/>
            <a:ext cx="1538117" cy="240325"/>
          </a:xfrm>
          <a:prstGeom prst="rect">
            <a:avLst/>
          </a:prstGeom>
          <a:solidFill>
            <a:srgbClr val="FFFF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FRONT VIEW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A0E7A02-B9E4-B348-76B0-CBFB5D2E6F51}"/>
              </a:ext>
            </a:extLst>
          </p:cNvPr>
          <p:cNvSpPr/>
          <p:nvPr/>
        </p:nvSpPr>
        <p:spPr>
          <a:xfrm>
            <a:off x="2562669" y="6548321"/>
            <a:ext cx="1538117" cy="240325"/>
          </a:xfrm>
          <a:prstGeom prst="rect">
            <a:avLst/>
          </a:prstGeom>
          <a:solidFill>
            <a:srgbClr val="FFFF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BACK VIEW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EF51344-B680-5412-CB8D-E49F398D4A47}"/>
              </a:ext>
            </a:extLst>
          </p:cNvPr>
          <p:cNvCxnSpPr/>
          <p:nvPr/>
        </p:nvCxnSpPr>
        <p:spPr>
          <a:xfrm flipH="1">
            <a:off x="2183577" y="4721192"/>
            <a:ext cx="168463" cy="59753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5052077-DF4D-63F7-D1F6-46CF9A1243AF}"/>
              </a:ext>
            </a:extLst>
          </p:cNvPr>
          <p:cNvCxnSpPr/>
          <p:nvPr/>
        </p:nvCxnSpPr>
        <p:spPr>
          <a:xfrm>
            <a:off x="2763520" y="4721192"/>
            <a:ext cx="157921" cy="5670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87" name="Rectangle 28686">
            <a:extLst>
              <a:ext uri="{FF2B5EF4-FFF2-40B4-BE49-F238E27FC236}">
                <a16:creationId xmlns:a16="http://schemas.microsoft.com/office/drawing/2014/main" id="{53AFE115-A63D-F161-F015-ECD3E170D429}"/>
              </a:ext>
            </a:extLst>
          </p:cNvPr>
          <p:cNvSpPr/>
          <p:nvPr/>
        </p:nvSpPr>
        <p:spPr>
          <a:xfrm>
            <a:off x="5713216" y="4396725"/>
            <a:ext cx="737864" cy="318558"/>
          </a:xfrm>
          <a:prstGeom prst="rect">
            <a:avLst/>
          </a:prstGeom>
          <a:solidFill>
            <a:srgbClr val="EA59F9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8688" name="SECTION:FVitemD">
            <a:extLst>
              <a:ext uri="{FF2B5EF4-FFF2-40B4-BE49-F238E27FC236}">
                <a16:creationId xmlns:a16="http://schemas.microsoft.com/office/drawing/2014/main" id="{014AB2FB-67DF-F390-9465-AC7C937D290B}"/>
              </a:ext>
            </a:extLst>
          </p:cNvPr>
          <p:cNvSpPr/>
          <p:nvPr/>
        </p:nvSpPr>
        <p:spPr>
          <a:xfrm>
            <a:off x="4597643" y="5197659"/>
            <a:ext cx="1429530" cy="1360792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689" name="SECTION:BVitemD">
            <a:extLst>
              <a:ext uri="{FF2B5EF4-FFF2-40B4-BE49-F238E27FC236}">
                <a16:creationId xmlns:a16="http://schemas.microsoft.com/office/drawing/2014/main" id="{086F6B82-F40B-A1AB-3065-06CAF50D5273}"/>
              </a:ext>
            </a:extLst>
          </p:cNvPr>
          <p:cNvSpPr/>
          <p:nvPr/>
        </p:nvSpPr>
        <p:spPr>
          <a:xfrm>
            <a:off x="6116741" y="5197659"/>
            <a:ext cx="1429530" cy="1360792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690" name="Rectangle 28689">
            <a:extLst>
              <a:ext uri="{FF2B5EF4-FFF2-40B4-BE49-F238E27FC236}">
                <a16:creationId xmlns:a16="http://schemas.microsoft.com/office/drawing/2014/main" id="{0BC2F33D-3198-78C6-77B6-5AED4B4F4429}"/>
              </a:ext>
            </a:extLst>
          </p:cNvPr>
          <p:cNvSpPr/>
          <p:nvPr/>
        </p:nvSpPr>
        <p:spPr>
          <a:xfrm>
            <a:off x="4523680" y="6542413"/>
            <a:ext cx="1538117" cy="240325"/>
          </a:xfrm>
          <a:prstGeom prst="rect">
            <a:avLst/>
          </a:prstGeom>
          <a:solidFill>
            <a:srgbClr val="FFFF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FRONT VIEW</a:t>
            </a:r>
          </a:p>
        </p:txBody>
      </p:sp>
      <p:sp>
        <p:nvSpPr>
          <p:cNvPr id="28691" name="Rectangle 28690">
            <a:extLst>
              <a:ext uri="{FF2B5EF4-FFF2-40B4-BE49-F238E27FC236}">
                <a16:creationId xmlns:a16="http://schemas.microsoft.com/office/drawing/2014/main" id="{78295DEF-D2E9-F1B4-554C-88E30321FFB8}"/>
              </a:ext>
            </a:extLst>
          </p:cNvPr>
          <p:cNvSpPr/>
          <p:nvPr/>
        </p:nvSpPr>
        <p:spPr>
          <a:xfrm>
            <a:off x="6092308" y="6542412"/>
            <a:ext cx="1538117" cy="240325"/>
          </a:xfrm>
          <a:prstGeom prst="rect">
            <a:avLst/>
          </a:prstGeom>
          <a:solidFill>
            <a:srgbClr val="FFFF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BACK VIEW</a:t>
            </a:r>
          </a:p>
        </p:txBody>
      </p:sp>
      <p:cxnSp>
        <p:nvCxnSpPr>
          <p:cNvPr id="28692" name="Straight Arrow Connector 28691">
            <a:extLst>
              <a:ext uri="{FF2B5EF4-FFF2-40B4-BE49-F238E27FC236}">
                <a16:creationId xmlns:a16="http://schemas.microsoft.com/office/drawing/2014/main" id="{2359CF85-B41E-44A6-2213-4A7D778A85EF}"/>
              </a:ext>
            </a:extLst>
          </p:cNvPr>
          <p:cNvCxnSpPr/>
          <p:nvPr/>
        </p:nvCxnSpPr>
        <p:spPr>
          <a:xfrm flipH="1">
            <a:off x="5713216" y="4715283"/>
            <a:ext cx="168463" cy="59753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93" name="Straight Arrow Connector 28692">
            <a:extLst>
              <a:ext uri="{FF2B5EF4-FFF2-40B4-BE49-F238E27FC236}">
                <a16:creationId xmlns:a16="http://schemas.microsoft.com/office/drawing/2014/main" id="{2A745DCA-CC6F-4BEB-5558-7744910D72FE}"/>
              </a:ext>
            </a:extLst>
          </p:cNvPr>
          <p:cNvCxnSpPr/>
          <p:nvPr/>
        </p:nvCxnSpPr>
        <p:spPr>
          <a:xfrm>
            <a:off x="6293159" y="4715283"/>
            <a:ext cx="157921" cy="5670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96" name="Rectangle 28695">
            <a:extLst>
              <a:ext uri="{FF2B5EF4-FFF2-40B4-BE49-F238E27FC236}">
                <a16:creationId xmlns:a16="http://schemas.microsoft.com/office/drawing/2014/main" id="{154B50FE-4300-8C0D-6A95-B800881C9FA8}"/>
              </a:ext>
            </a:extLst>
          </p:cNvPr>
          <p:cNvSpPr/>
          <p:nvPr/>
        </p:nvSpPr>
        <p:spPr>
          <a:xfrm>
            <a:off x="2213430" y="7699683"/>
            <a:ext cx="737864" cy="318558"/>
          </a:xfrm>
          <a:prstGeom prst="rect">
            <a:avLst/>
          </a:prstGeom>
          <a:solidFill>
            <a:srgbClr val="00B0F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28697" name="SECTION:itemE">
            <a:extLst>
              <a:ext uri="{FF2B5EF4-FFF2-40B4-BE49-F238E27FC236}">
                <a16:creationId xmlns:a16="http://schemas.microsoft.com/office/drawing/2014/main" id="{F43C92FB-D0F9-B9D0-3276-98818DAEC0BB}"/>
              </a:ext>
            </a:extLst>
          </p:cNvPr>
          <p:cNvSpPr/>
          <p:nvPr/>
        </p:nvSpPr>
        <p:spPr>
          <a:xfrm>
            <a:off x="1862177" y="8104350"/>
            <a:ext cx="1429530" cy="1360792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712" name="Rectangle 28711">
            <a:extLst>
              <a:ext uri="{FF2B5EF4-FFF2-40B4-BE49-F238E27FC236}">
                <a16:creationId xmlns:a16="http://schemas.microsoft.com/office/drawing/2014/main" id="{EDA89925-1DBF-6819-698F-30A74DF0BE4B}"/>
              </a:ext>
            </a:extLst>
          </p:cNvPr>
          <p:cNvSpPr/>
          <p:nvPr/>
        </p:nvSpPr>
        <p:spPr>
          <a:xfrm>
            <a:off x="5692865" y="7693774"/>
            <a:ext cx="737864" cy="318558"/>
          </a:xfrm>
          <a:prstGeom prst="rect">
            <a:avLst/>
          </a:prstGeom>
          <a:solidFill>
            <a:srgbClr val="CC99FF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8713" name="SECTION:itemF">
            <a:extLst>
              <a:ext uri="{FF2B5EF4-FFF2-40B4-BE49-F238E27FC236}">
                <a16:creationId xmlns:a16="http://schemas.microsoft.com/office/drawing/2014/main" id="{C7483F7C-CBF4-CE09-B37F-49B4AC8E71AD}"/>
              </a:ext>
            </a:extLst>
          </p:cNvPr>
          <p:cNvSpPr/>
          <p:nvPr/>
        </p:nvSpPr>
        <p:spPr>
          <a:xfrm>
            <a:off x="5341612" y="8098441"/>
            <a:ext cx="1429530" cy="1360792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ECTION:BackButton">
            <a:extLst>
              <a:ext uri="{FF2B5EF4-FFF2-40B4-BE49-F238E27FC236}">
                <a16:creationId xmlns:a16="http://schemas.microsoft.com/office/drawing/2014/main" id="{CF745C4F-037C-AE28-13F3-128B52EDC743}"/>
              </a:ext>
            </a:extLst>
          </p:cNvPr>
          <p:cNvSpPr/>
          <p:nvPr/>
        </p:nvSpPr>
        <p:spPr>
          <a:xfrm>
            <a:off x="12844148" y="8378296"/>
            <a:ext cx="810253" cy="34184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ea typeface="Tahoma" panose="020B0604030504040204" pitchFamily="34" charset="0"/>
                <a:cs typeface="Tahoma" panose="020B0604030504040204" pitchFamily="34" charset="0"/>
              </a:rPr>
              <a:t>Back</a:t>
            </a:r>
          </a:p>
        </p:txBody>
      </p:sp>
      <p:sp>
        <p:nvSpPr>
          <p:cNvPr id="5" name="SECTION:NextButton">
            <a:extLst>
              <a:ext uri="{FF2B5EF4-FFF2-40B4-BE49-F238E27FC236}">
                <a16:creationId xmlns:a16="http://schemas.microsoft.com/office/drawing/2014/main" id="{19B7F133-F85A-28C5-731D-19622E195DA9}"/>
              </a:ext>
            </a:extLst>
          </p:cNvPr>
          <p:cNvSpPr/>
          <p:nvPr/>
        </p:nvSpPr>
        <p:spPr>
          <a:xfrm>
            <a:off x="13726723" y="8378296"/>
            <a:ext cx="810253" cy="34184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ea typeface="Tahoma" panose="020B0604030504040204" pitchFamily="34" charset="0"/>
                <a:cs typeface="Tahoma" panose="020B0604030504040204" pitchFamily="34" charset="0"/>
              </a:rPr>
              <a:t>Next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3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5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6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6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7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8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9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10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11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12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13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7.xml><?xml version="1.0" encoding="utf-8"?>
<a:theme xmlns:a="http://schemas.openxmlformats.org/drawingml/2006/main" name="14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8.xml><?xml version="1.0" encoding="utf-8"?>
<a:theme xmlns:a="http://schemas.openxmlformats.org/drawingml/2006/main" name="15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9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5615</TotalTime>
  <Words>96</Words>
  <Application>Microsoft Office PowerPoint</Application>
  <PresentationFormat>Custom</PresentationFormat>
  <Paragraphs>47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19</vt:i4>
      </vt:variant>
      <vt:variant>
        <vt:lpstr>Slide Titles</vt:lpstr>
      </vt:variant>
      <vt:variant>
        <vt:i4>1</vt:i4>
      </vt:variant>
    </vt:vector>
  </HeadingPairs>
  <TitlesOfParts>
    <vt:vector size="27" baseType="lpstr">
      <vt:lpstr>SimSun</vt:lpstr>
      <vt:lpstr>Arial</vt:lpstr>
      <vt:lpstr>Calibri</vt:lpstr>
      <vt:lpstr>Calibri Light</vt:lpstr>
      <vt:lpstr>Century Gothic</vt:lpstr>
      <vt:lpstr>Tahoma</vt:lpstr>
      <vt:lpstr>Times New Roman</vt:lpstr>
      <vt:lpstr>Default Design</vt:lpstr>
      <vt:lpstr>1_Default Design</vt:lpstr>
      <vt:lpstr>2_Default Design</vt:lpstr>
      <vt:lpstr>3_Default Design</vt:lpstr>
      <vt:lpstr>4_Default Design</vt:lpstr>
      <vt:lpstr>5_Default Design</vt:lpstr>
      <vt:lpstr>1_Custom Design</vt:lpstr>
      <vt:lpstr>16_Default Design</vt:lpstr>
      <vt:lpstr>6_Default Design</vt:lpstr>
      <vt:lpstr>7_Default Design</vt:lpstr>
      <vt:lpstr>8_Default Design</vt:lpstr>
      <vt:lpstr>9_Default Design</vt:lpstr>
      <vt:lpstr>10_Default Design</vt:lpstr>
      <vt:lpstr>11_Default Design</vt:lpstr>
      <vt:lpstr>12_Default Design</vt:lpstr>
      <vt:lpstr>13_Default Design</vt:lpstr>
      <vt:lpstr>14_Default Design</vt:lpstr>
      <vt:lpstr>15_Default Design</vt:lpstr>
      <vt:lpstr>Custom Design</vt:lpstr>
      <vt:lpstr>PowerPoint Presentation</vt:lpstr>
    </vt:vector>
  </TitlesOfParts>
  <Company>Xircom,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May Yap</dc:creator>
  <cp:lastModifiedBy>Muhammad Hakimi</cp:lastModifiedBy>
  <cp:revision>262</cp:revision>
  <cp:lastPrinted>2019-04-17T02:44:09Z</cp:lastPrinted>
  <dcterms:created xsi:type="dcterms:W3CDTF">2002-05-03T04:30:59Z</dcterms:created>
  <dcterms:modified xsi:type="dcterms:W3CDTF">2025-11-10T05:23:56Z</dcterms:modified>
</cp:coreProperties>
</file>